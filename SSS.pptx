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33"/>
  </p:notesMasterIdLst>
  <p:sldIdLst>
    <p:sldId id="334" r:id="rId2"/>
    <p:sldId id="258" r:id="rId3"/>
    <p:sldId id="320" r:id="rId4"/>
    <p:sldId id="321" r:id="rId5"/>
    <p:sldId id="285" r:id="rId6"/>
    <p:sldId id="260" r:id="rId7"/>
    <p:sldId id="368" r:id="rId8"/>
    <p:sldId id="261" r:id="rId9"/>
    <p:sldId id="287" r:id="rId10"/>
    <p:sldId id="295" r:id="rId11"/>
    <p:sldId id="296" r:id="rId12"/>
    <p:sldId id="335" r:id="rId13"/>
    <p:sldId id="336" r:id="rId14"/>
    <p:sldId id="337" r:id="rId15"/>
    <p:sldId id="338" r:id="rId16"/>
    <p:sldId id="339" r:id="rId17"/>
    <p:sldId id="340" r:id="rId18"/>
    <p:sldId id="290" r:id="rId19"/>
    <p:sldId id="341" r:id="rId20"/>
    <p:sldId id="342" r:id="rId21"/>
    <p:sldId id="343" r:id="rId22"/>
    <p:sldId id="344" r:id="rId23"/>
    <p:sldId id="360" r:id="rId24"/>
    <p:sldId id="365" r:id="rId25"/>
    <p:sldId id="361" r:id="rId26"/>
    <p:sldId id="362" r:id="rId27"/>
    <p:sldId id="364" r:id="rId28"/>
    <p:sldId id="366" r:id="rId29"/>
    <p:sldId id="345" r:id="rId30"/>
    <p:sldId id="358" r:id="rId31"/>
    <p:sldId id="280" r:id="rId3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876B06-0961-425E-9115-E07A8B7CD0DE}">
  <a:tblStyle styleId="{73876B06-0961-425E-9115-E07A8B7CD0DE}"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9274" autoAdjust="0"/>
  </p:normalViewPr>
  <p:slideViewPr>
    <p:cSldViewPr>
      <p:cViewPr varScale="1">
        <p:scale>
          <a:sx n="103" d="100"/>
          <a:sy n="103" d="100"/>
        </p:scale>
        <p:origin x="456" y="108"/>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2026914153"/>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Shape 14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06" name="Shape 140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296808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8"/>
        <p:cNvGrpSpPr/>
        <p:nvPr/>
      </p:nvGrpSpPr>
      <p:grpSpPr>
        <a:xfrm>
          <a:off x="0" y="0"/>
          <a:ext cx="0" cy="0"/>
          <a:chOff x="0" y="0"/>
          <a:chExt cx="0" cy="0"/>
        </a:xfrm>
      </p:grpSpPr>
      <p:sp>
        <p:nvSpPr>
          <p:cNvPr id="1419" name="Shape 14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20" name="Shape 14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Shape 14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4" name="Shape 143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Shape 14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4" name="Shape 143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703570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7"/>
        <p:cNvGrpSpPr/>
        <p:nvPr/>
      </p:nvGrpSpPr>
      <p:grpSpPr>
        <a:xfrm>
          <a:off x="0" y="0"/>
          <a:ext cx="0" cy="0"/>
          <a:chOff x="0" y="0"/>
          <a:chExt cx="0" cy="0"/>
        </a:xfrm>
      </p:grpSpPr>
      <p:sp>
        <p:nvSpPr>
          <p:cNvPr id="1438" name="Shape 14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9" name="Shape 143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5"/>
        <p:cNvGrpSpPr/>
        <p:nvPr/>
      </p:nvGrpSpPr>
      <p:grpSpPr>
        <a:xfrm>
          <a:off x="0" y="0"/>
          <a:ext cx="0" cy="0"/>
          <a:chOff x="0" y="0"/>
          <a:chExt cx="0" cy="0"/>
        </a:xfrm>
      </p:grpSpPr>
      <p:sp>
        <p:nvSpPr>
          <p:cNvPr id="1666" name="Shape 16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67" name="Shape 166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8"/>
        <p:cNvGrpSpPr/>
        <p:nvPr/>
      </p:nvGrpSpPr>
      <p:grpSpPr>
        <a:xfrm>
          <a:off x="0" y="0"/>
          <a:ext cx="0" cy="0"/>
          <a:chOff x="0" y="0"/>
          <a:chExt cx="0" cy="0"/>
        </a:xfrm>
      </p:grpSpPr>
      <p:sp>
        <p:nvSpPr>
          <p:cNvPr id="9" name="Shape 9"/>
          <p:cNvSpPr txBox="1">
            <a:spLocks noGrp="1"/>
          </p:cNvSpPr>
          <p:nvPr>
            <p:ph type="ctrTitle"/>
          </p:nvPr>
        </p:nvSpPr>
        <p:spPr>
          <a:xfrm>
            <a:off x="1400175" y="1991825"/>
            <a:ext cx="6343500" cy="1159799"/>
          </a:xfrm>
          <a:prstGeom prst="rect">
            <a:avLst/>
          </a:prstGeom>
        </p:spPr>
        <p:txBody>
          <a:bodyPr lIns="91425" tIns="91425" rIns="91425" bIns="91425" anchor="ctr" anchorCtr="0"/>
          <a:lstStyle>
            <a:lvl1pPr lvl="0" algn="ctr">
              <a:spcBef>
                <a:spcPts val="0"/>
              </a:spcBef>
              <a:buSzPct val="100000"/>
              <a:defRPr sz="4800"/>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a:endParaRPr/>
          </a:p>
        </p:txBody>
      </p:sp>
      <p:grpSp>
        <p:nvGrpSpPr>
          <p:cNvPr id="10" name="Shape 10"/>
          <p:cNvGrpSpPr/>
          <p:nvPr/>
        </p:nvGrpSpPr>
        <p:grpSpPr>
          <a:xfrm rot="10800000" flipH="1">
            <a:off x="3692751" y="38248"/>
            <a:ext cx="1758132" cy="1523096"/>
            <a:chOff x="4088875" y="1431100"/>
            <a:chExt cx="3293000" cy="2852775"/>
          </a:xfrm>
        </p:grpSpPr>
        <p:sp>
          <p:nvSpPr>
            <p:cNvPr id="11" name="Shape 11"/>
            <p:cNvSpPr/>
            <p:nvPr/>
          </p:nvSpPr>
          <p:spPr>
            <a:xfrm>
              <a:off x="4831475" y="4136025"/>
              <a:ext cx="157950" cy="147850"/>
            </a:xfrm>
            <a:custGeom>
              <a:avLst/>
              <a:gdLst/>
              <a:ahLst/>
              <a:cxnLst/>
              <a:rect l="0" t="0" r="0" b="0"/>
              <a:pathLst>
                <a:path w="6318" h="5914" extrusionOk="0">
                  <a:moveTo>
                    <a:pt x="404" y="0"/>
                  </a:moveTo>
                  <a:lnTo>
                    <a:pt x="1" y="269"/>
                  </a:lnTo>
                  <a:lnTo>
                    <a:pt x="3227" y="5914"/>
                  </a:lnTo>
                  <a:lnTo>
                    <a:pt x="6318" y="5914"/>
                  </a:lnTo>
                  <a:lnTo>
                    <a:pt x="404"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12" name="Shape 12"/>
            <p:cNvSpPr/>
            <p:nvPr/>
          </p:nvSpPr>
          <p:spPr>
            <a:xfrm>
              <a:off x="4697075" y="3907525"/>
              <a:ext cx="389800" cy="376350"/>
            </a:xfrm>
            <a:custGeom>
              <a:avLst/>
              <a:gdLst/>
              <a:ahLst/>
              <a:cxnLst/>
              <a:rect l="0" t="0" r="0" b="0"/>
              <a:pathLst>
                <a:path w="15592" h="15054" extrusionOk="0">
                  <a:moveTo>
                    <a:pt x="538" y="0"/>
                  </a:moveTo>
                  <a:lnTo>
                    <a:pt x="1" y="269"/>
                  </a:lnTo>
                  <a:lnTo>
                    <a:pt x="5377" y="9543"/>
                  </a:lnTo>
                  <a:lnTo>
                    <a:pt x="11022" y="15054"/>
                  </a:lnTo>
                  <a:lnTo>
                    <a:pt x="15592" y="15054"/>
                  </a:lnTo>
                  <a:lnTo>
                    <a:pt x="538"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13" name="Shape 13"/>
            <p:cNvSpPr/>
            <p:nvPr/>
          </p:nvSpPr>
          <p:spPr>
            <a:xfrm>
              <a:off x="4566025" y="3675675"/>
              <a:ext cx="618300" cy="608200"/>
            </a:xfrm>
            <a:custGeom>
              <a:avLst/>
              <a:gdLst/>
              <a:ahLst/>
              <a:cxnLst/>
              <a:rect l="0" t="0" r="0" b="0"/>
              <a:pathLst>
                <a:path w="24732" h="24328" extrusionOk="0">
                  <a:moveTo>
                    <a:pt x="404" y="0"/>
                  </a:moveTo>
                  <a:lnTo>
                    <a:pt x="1" y="404"/>
                  </a:lnTo>
                  <a:lnTo>
                    <a:pt x="5377" y="9543"/>
                  </a:lnTo>
                  <a:lnTo>
                    <a:pt x="20027"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14" name="Shape 14"/>
            <p:cNvSpPr/>
            <p:nvPr/>
          </p:nvSpPr>
          <p:spPr>
            <a:xfrm>
              <a:off x="4434975" y="3447175"/>
              <a:ext cx="846800" cy="836700"/>
            </a:xfrm>
            <a:custGeom>
              <a:avLst/>
              <a:gdLst/>
              <a:ahLst/>
              <a:cxnLst/>
              <a:rect l="0" t="0" r="0" b="0"/>
              <a:pathLst>
                <a:path w="33872" h="33468" extrusionOk="0">
                  <a:moveTo>
                    <a:pt x="404" y="1"/>
                  </a:moveTo>
                  <a:lnTo>
                    <a:pt x="1" y="270"/>
                  </a:lnTo>
                  <a:lnTo>
                    <a:pt x="5243" y="9544"/>
                  </a:lnTo>
                  <a:lnTo>
                    <a:pt x="29167" y="33468"/>
                  </a:lnTo>
                  <a:lnTo>
                    <a:pt x="33871"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15" name="Shape 15"/>
            <p:cNvSpPr/>
            <p:nvPr/>
          </p:nvSpPr>
          <p:spPr>
            <a:xfrm>
              <a:off x="4300575" y="3218700"/>
              <a:ext cx="1078650" cy="1065175"/>
            </a:xfrm>
            <a:custGeom>
              <a:avLst/>
              <a:gdLst/>
              <a:ahLst/>
              <a:cxnLst/>
              <a:rect l="0" t="0" r="0" b="0"/>
              <a:pathLst>
                <a:path w="43146" h="42607" extrusionOk="0">
                  <a:moveTo>
                    <a:pt x="404" y="0"/>
                  </a:moveTo>
                  <a:lnTo>
                    <a:pt x="0"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16" name="Shape 16"/>
            <p:cNvSpPr/>
            <p:nvPr/>
          </p:nvSpPr>
          <p:spPr>
            <a:xfrm>
              <a:off x="4169525" y="2990200"/>
              <a:ext cx="1307150" cy="1293675"/>
            </a:xfrm>
            <a:custGeom>
              <a:avLst/>
              <a:gdLst/>
              <a:ahLst/>
              <a:cxnLst/>
              <a:rect l="0" t="0" r="0" b="0"/>
              <a:pathLst>
                <a:path w="52286" h="51747" extrusionOk="0">
                  <a:moveTo>
                    <a:pt x="404" y="1"/>
                  </a:moveTo>
                  <a:lnTo>
                    <a:pt x="1" y="269"/>
                  </a:lnTo>
                  <a:lnTo>
                    <a:pt x="5242" y="9409"/>
                  </a:lnTo>
                  <a:lnTo>
                    <a:pt x="47581" y="51747"/>
                  </a:lnTo>
                  <a:lnTo>
                    <a:pt x="52285" y="51747"/>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17" name="Shape 17"/>
            <p:cNvSpPr/>
            <p:nvPr/>
          </p:nvSpPr>
          <p:spPr>
            <a:xfrm>
              <a:off x="4088875" y="2822200"/>
              <a:ext cx="1481875" cy="1461675"/>
            </a:xfrm>
            <a:custGeom>
              <a:avLst/>
              <a:gdLst/>
              <a:ahLst/>
              <a:cxnLst/>
              <a:rect l="0" t="0" r="0" b="0"/>
              <a:pathLst>
                <a:path w="59275" h="58467" extrusionOk="0">
                  <a:moveTo>
                    <a:pt x="807" y="0"/>
                  </a:moveTo>
                  <a:lnTo>
                    <a:pt x="1" y="1479"/>
                  </a:lnTo>
                  <a:lnTo>
                    <a:pt x="3227" y="6989"/>
                  </a:lnTo>
                  <a:lnTo>
                    <a:pt x="54705" y="58467"/>
                  </a:lnTo>
                  <a:lnTo>
                    <a:pt x="59274" y="58467"/>
                  </a:lnTo>
                  <a:lnTo>
                    <a:pt x="807"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18" name="Shape 18"/>
            <p:cNvSpPr/>
            <p:nvPr/>
          </p:nvSpPr>
          <p:spPr>
            <a:xfrm>
              <a:off x="4102325" y="2761700"/>
              <a:ext cx="1565875" cy="1522175"/>
            </a:xfrm>
            <a:custGeom>
              <a:avLst/>
              <a:gdLst/>
              <a:ahLst/>
              <a:cxnLst/>
              <a:rect l="0" t="0" r="0" b="0"/>
              <a:pathLst>
                <a:path w="62635" h="60887" extrusionOk="0">
                  <a:moveTo>
                    <a:pt x="1748" y="1"/>
                  </a:moveTo>
                  <a:lnTo>
                    <a:pt x="0" y="2823"/>
                  </a:lnTo>
                  <a:lnTo>
                    <a:pt x="58064" y="60887"/>
                  </a:lnTo>
                  <a:lnTo>
                    <a:pt x="62634" y="60887"/>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19" name="Shape 19"/>
            <p:cNvSpPr/>
            <p:nvPr/>
          </p:nvSpPr>
          <p:spPr>
            <a:xfrm>
              <a:off x="4139275" y="2697875"/>
              <a:ext cx="1626375" cy="1586000"/>
            </a:xfrm>
            <a:custGeom>
              <a:avLst/>
              <a:gdLst/>
              <a:ahLst/>
              <a:cxnLst/>
              <a:rect l="0" t="0" r="0" b="0"/>
              <a:pathLst>
                <a:path w="65055" h="63440" extrusionOk="0">
                  <a:moveTo>
                    <a:pt x="1614" y="0"/>
                  </a:moveTo>
                  <a:lnTo>
                    <a:pt x="1" y="2957"/>
                  </a:lnTo>
                  <a:lnTo>
                    <a:pt x="60484" y="63440"/>
                  </a:lnTo>
                  <a:lnTo>
                    <a:pt x="65054" y="63440"/>
                  </a:lnTo>
                  <a:lnTo>
                    <a:pt x="1614"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20" name="Shape 20"/>
            <p:cNvSpPr/>
            <p:nvPr/>
          </p:nvSpPr>
          <p:spPr>
            <a:xfrm>
              <a:off x="4172900" y="2637375"/>
              <a:ext cx="1690175" cy="1646500"/>
            </a:xfrm>
            <a:custGeom>
              <a:avLst/>
              <a:gdLst/>
              <a:ahLst/>
              <a:cxnLst/>
              <a:rect l="0" t="0" r="0" b="0"/>
              <a:pathLst>
                <a:path w="67607" h="65860" extrusionOk="0">
                  <a:moveTo>
                    <a:pt x="1747" y="1"/>
                  </a:moveTo>
                  <a:lnTo>
                    <a:pt x="0" y="2958"/>
                  </a:lnTo>
                  <a:lnTo>
                    <a:pt x="62903" y="65860"/>
                  </a:lnTo>
                  <a:lnTo>
                    <a:pt x="67607" y="65860"/>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4209850" y="2576900"/>
              <a:ext cx="1750675" cy="1706975"/>
            </a:xfrm>
            <a:custGeom>
              <a:avLst/>
              <a:gdLst/>
              <a:ahLst/>
              <a:cxnLst/>
              <a:rect l="0" t="0" r="0" b="0"/>
              <a:pathLst>
                <a:path w="70027" h="68279" extrusionOk="0">
                  <a:moveTo>
                    <a:pt x="1613" y="1"/>
                  </a:moveTo>
                  <a:lnTo>
                    <a:pt x="0" y="2823"/>
                  </a:lnTo>
                  <a:lnTo>
                    <a:pt x="65322" y="68279"/>
                  </a:lnTo>
                  <a:lnTo>
                    <a:pt x="70027" y="68279"/>
                  </a:lnTo>
                  <a:lnTo>
                    <a:pt x="1613"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22" name="Shape 22"/>
            <p:cNvSpPr/>
            <p:nvPr/>
          </p:nvSpPr>
          <p:spPr>
            <a:xfrm>
              <a:off x="4243450" y="2513050"/>
              <a:ext cx="1814525" cy="1770825"/>
            </a:xfrm>
            <a:custGeom>
              <a:avLst/>
              <a:gdLst/>
              <a:ahLst/>
              <a:cxnLst/>
              <a:rect l="0" t="0" r="0" b="0"/>
              <a:pathLst>
                <a:path w="72581" h="70833" extrusionOk="0">
                  <a:moveTo>
                    <a:pt x="1748" y="1"/>
                  </a:moveTo>
                  <a:lnTo>
                    <a:pt x="1" y="2958"/>
                  </a:lnTo>
                  <a:lnTo>
                    <a:pt x="67876" y="70833"/>
                  </a:lnTo>
                  <a:lnTo>
                    <a:pt x="72581" y="70833"/>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23" name="Shape 23"/>
            <p:cNvSpPr/>
            <p:nvPr/>
          </p:nvSpPr>
          <p:spPr>
            <a:xfrm>
              <a:off x="4280425" y="2452575"/>
              <a:ext cx="1875000" cy="1831300"/>
            </a:xfrm>
            <a:custGeom>
              <a:avLst/>
              <a:gdLst/>
              <a:ahLst/>
              <a:cxnLst/>
              <a:rect l="0" t="0" r="0" b="0"/>
              <a:pathLst>
                <a:path w="75000" h="73252" extrusionOk="0">
                  <a:moveTo>
                    <a:pt x="1613" y="1"/>
                  </a:moveTo>
                  <a:lnTo>
                    <a:pt x="0" y="2957"/>
                  </a:lnTo>
                  <a:lnTo>
                    <a:pt x="70295" y="73252"/>
                  </a:lnTo>
                  <a:lnTo>
                    <a:pt x="74999" y="73252"/>
                  </a:lnTo>
                  <a:lnTo>
                    <a:pt x="1613"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24" name="Shape 24"/>
            <p:cNvSpPr/>
            <p:nvPr/>
          </p:nvSpPr>
          <p:spPr>
            <a:xfrm>
              <a:off x="4314025" y="2392100"/>
              <a:ext cx="1935475" cy="1891775"/>
            </a:xfrm>
            <a:custGeom>
              <a:avLst/>
              <a:gdLst/>
              <a:ahLst/>
              <a:cxnLst/>
              <a:rect l="0" t="0" r="0" b="0"/>
              <a:pathLst>
                <a:path w="77419" h="75671" extrusionOk="0">
                  <a:moveTo>
                    <a:pt x="1747" y="0"/>
                  </a:moveTo>
                  <a:lnTo>
                    <a:pt x="0" y="2957"/>
                  </a:lnTo>
                  <a:lnTo>
                    <a:pt x="72849" y="75671"/>
                  </a:lnTo>
                  <a:lnTo>
                    <a:pt x="77419" y="75671"/>
                  </a:lnTo>
                  <a:lnTo>
                    <a:pt x="1747"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25" name="Shape 25"/>
            <p:cNvSpPr/>
            <p:nvPr/>
          </p:nvSpPr>
          <p:spPr>
            <a:xfrm>
              <a:off x="4350975" y="2328250"/>
              <a:ext cx="1995975" cy="1955625"/>
            </a:xfrm>
            <a:custGeom>
              <a:avLst/>
              <a:gdLst/>
              <a:ahLst/>
              <a:cxnLst/>
              <a:rect l="0" t="0" r="0" b="0"/>
              <a:pathLst>
                <a:path w="79839" h="78225" extrusionOk="0">
                  <a:moveTo>
                    <a:pt x="1748" y="1"/>
                  </a:moveTo>
                  <a:lnTo>
                    <a:pt x="1" y="2957"/>
                  </a:lnTo>
                  <a:lnTo>
                    <a:pt x="75269" y="78225"/>
                  </a:lnTo>
                  <a:lnTo>
                    <a:pt x="79839" y="78225"/>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26" name="Shape 26"/>
            <p:cNvSpPr/>
            <p:nvPr/>
          </p:nvSpPr>
          <p:spPr>
            <a:xfrm>
              <a:off x="4384575" y="2267775"/>
              <a:ext cx="2059825" cy="2016100"/>
            </a:xfrm>
            <a:custGeom>
              <a:avLst/>
              <a:gdLst/>
              <a:ahLst/>
              <a:cxnLst/>
              <a:rect l="0" t="0" r="0" b="0"/>
              <a:pathLst>
                <a:path w="82393" h="80644" extrusionOk="0">
                  <a:moveTo>
                    <a:pt x="1748" y="0"/>
                  </a:moveTo>
                  <a:lnTo>
                    <a:pt x="1" y="2957"/>
                  </a:lnTo>
                  <a:lnTo>
                    <a:pt x="77823" y="80644"/>
                  </a:lnTo>
                  <a:lnTo>
                    <a:pt x="82392" y="80644"/>
                  </a:lnTo>
                  <a:lnTo>
                    <a:pt x="1748"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4421550" y="2207275"/>
              <a:ext cx="2120300" cy="2076600"/>
            </a:xfrm>
            <a:custGeom>
              <a:avLst/>
              <a:gdLst/>
              <a:ahLst/>
              <a:cxnLst/>
              <a:rect l="0" t="0" r="0" b="0"/>
              <a:pathLst>
                <a:path w="84812" h="83064" extrusionOk="0">
                  <a:moveTo>
                    <a:pt x="1747" y="1"/>
                  </a:moveTo>
                  <a:lnTo>
                    <a:pt x="0" y="2958"/>
                  </a:lnTo>
                  <a:lnTo>
                    <a:pt x="80107" y="83064"/>
                  </a:lnTo>
                  <a:lnTo>
                    <a:pt x="84811" y="83064"/>
                  </a:lnTo>
                  <a:lnTo>
                    <a:pt x="1747"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28" name="Shape 28"/>
            <p:cNvSpPr/>
            <p:nvPr/>
          </p:nvSpPr>
          <p:spPr>
            <a:xfrm>
              <a:off x="4458500" y="2146800"/>
              <a:ext cx="2130375" cy="2137075"/>
            </a:xfrm>
            <a:custGeom>
              <a:avLst/>
              <a:gdLst/>
              <a:ahLst/>
              <a:cxnLst/>
              <a:rect l="0" t="0" r="0" b="0"/>
              <a:pathLst>
                <a:path w="85215" h="85483" extrusionOk="0">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29" name="Shape 29"/>
            <p:cNvSpPr/>
            <p:nvPr/>
          </p:nvSpPr>
          <p:spPr>
            <a:xfrm>
              <a:off x="4492100" y="2082950"/>
              <a:ext cx="2133750" cy="2163975"/>
            </a:xfrm>
            <a:custGeom>
              <a:avLst/>
              <a:gdLst/>
              <a:ahLst/>
              <a:cxnLst/>
              <a:rect l="0" t="0" r="0" b="0"/>
              <a:pathLst>
                <a:path w="85350" h="86559" extrusionOk="0">
                  <a:moveTo>
                    <a:pt x="1748" y="1"/>
                  </a:moveTo>
                  <a:lnTo>
                    <a:pt x="1" y="2958"/>
                  </a:lnTo>
                  <a:lnTo>
                    <a:pt x="83602" y="86559"/>
                  </a:lnTo>
                  <a:lnTo>
                    <a:pt x="85349" y="83602"/>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30" name="Shape 30"/>
            <p:cNvSpPr/>
            <p:nvPr/>
          </p:nvSpPr>
          <p:spPr>
            <a:xfrm>
              <a:off x="4529075" y="2022475"/>
              <a:ext cx="2130375" cy="2163975"/>
            </a:xfrm>
            <a:custGeom>
              <a:avLst/>
              <a:gdLst/>
              <a:ahLst/>
              <a:cxnLst/>
              <a:rect l="0" t="0" r="0" b="0"/>
              <a:pathLst>
                <a:path w="85215" h="86559" extrusionOk="0">
                  <a:moveTo>
                    <a:pt x="1613" y="1"/>
                  </a:moveTo>
                  <a:lnTo>
                    <a:pt x="0" y="2957"/>
                  </a:lnTo>
                  <a:lnTo>
                    <a:pt x="83467" y="86558"/>
                  </a:lnTo>
                  <a:lnTo>
                    <a:pt x="85214" y="83601"/>
                  </a:lnTo>
                  <a:lnTo>
                    <a:pt x="1613"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31" name="Shape 31"/>
            <p:cNvSpPr/>
            <p:nvPr/>
          </p:nvSpPr>
          <p:spPr>
            <a:xfrm>
              <a:off x="4562675" y="1962000"/>
              <a:ext cx="2133725" cy="2160600"/>
            </a:xfrm>
            <a:custGeom>
              <a:avLst/>
              <a:gdLst/>
              <a:ahLst/>
              <a:cxnLst/>
              <a:rect l="0" t="0" r="0" b="0"/>
              <a:pathLst>
                <a:path w="85349" h="86424" extrusionOk="0">
                  <a:moveTo>
                    <a:pt x="1748" y="0"/>
                  </a:moveTo>
                  <a:lnTo>
                    <a:pt x="0" y="2957"/>
                  </a:lnTo>
                  <a:lnTo>
                    <a:pt x="83602" y="86424"/>
                  </a:lnTo>
                  <a:lnTo>
                    <a:pt x="85349" y="83467"/>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32" name="Shape 32"/>
            <p:cNvSpPr/>
            <p:nvPr/>
          </p:nvSpPr>
          <p:spPr>
            <a:xfrm>
              <a:off x="4599625" y="1898150"/>
              <a:ext cx="2130375" cy="2163975"/>
            </a:xfrm>
            <a:custGeom>
              <a:avLst/>
              <a:gdLst/>
              <a:ahLst/>
              <a:cxnLst/>
              <a:rect l="0" t="0" r="0" b="0"/>
              <a:pathLst>
                <a:path w="85215" h="86559" extrusionOk="0">
                  <a:moveTo>
                    <a:pt x="1614" y="0"/>
                  </a:moveTo>
                  <a:lnTo>
                    <a:pt x="1" y="2957"/>
                  </a:lnTo>
                  <a:lnTo>
                    <a:pt x="83602" y="86558"/>
                  </a:lnTo>
                  <a:lnTo>
                    <a:pt x="85215" y="83601"/>
                  </a:lnTo>
                  <a:lnTo>
                    <a:pt x="1614"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33" name="Shape 33"/>
            <p:cNvSpPr/>
            <p:nvPr/>
          </p:nvSpPr>
          <p:spPr>
            <a:xfrm>
              <a:off x="4633225" y="1837675"/>
              <a:ext cx="2133750" cy="2163950"/>
            </a:xfrm>
            <a:custGeom>
              <a:avLst/>
              <a:gdLst/>
              <a:ahLst/>
              <a:cxnLst/>
              <a:rect l="0" t="0" r="0" b="0"/>
              <a:pathLst>
                <a:path w="85350" h="86558" extrusionOk="0">
                  <a:moveTo>
                    <a:pt x="1748" y="0"/>
                  </a:moveTo>
                  <a:lnTo>
                    <a:pt x="1" y="2957"/>
                  </a:lnTo>
                  <a:lnTo>
                    <a:pt x="83602" y="86558"/>
                  </a:lnTo>
                  <a:lnTo>
                    <a:pt x="85349" y="83601"/>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4670200" y="1777175"/>
              <a:ext cx="2130375" cy="2160625"/>
            </a:xfrm>
            <a:custGeom>
              <a:avLst/>
              <a:gdLst/>
              <a:ahLst/>
              <a:cxnLst/>
              <a:rect l="0" t="0" r="0" b="0"/>
              <a:pathLst>
                <a:path w="85215" h="86425" extrusionOk="0">
                  <a:moveTo>
                    <a:pt x="1748" y="1"/>
                  </a:moveTo>
                  <a:lnTo>
                    <a:pt x="0" y="2958"/>
                  </a:lnTo>
                  <a:lnTo>
                    <a:pt x="83602" y="86424"/>
                  </a:lnTo>
                  <a:lnTo>
                    <a:pt x="85215" y="83467"/>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35" name="Shape 35"/>
            <p:cNvSpPr/>
            <p:nvPr/>
          </p:nvSpPr>
          <p:spPr>
            <a:xfrm>
              <a:off x="4707150" y="1713350"/>
              <a:ext cx="2130375" cy="2163950"/>
            </a:xfrm>
            <a:custGeom>
              <a:avLst/>
              <a:gdLst/>
              <a:ahLst/>
              <a:cxnLst/>
              <a:rect l="0" t="0" r="0" b="0"/>
              <a:pathLst>
                <a:path w="85215" h="86558" extrusionOk="0">
                  <a:moveTo>
                    <a:pt x="1614" y="0"/>
                  </a:moveTo>
                  <a:lnTo>
                    <a:pt x="1" y="2957"/>
                  </a:lnTo>
                  <a:lnTo>
                    <a:pt x="83468" y="86558"/>
                  </a:lnTo>
                  <a:lnTo>
                    <a:pt x="85215" y="83601"/>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36" name="Shape 36"/>
            <p:cNvSpPr/>
            <p:nvPr/>
          </p:nvSpPr>
          <p:spPr>
            <a:xfrm>
              <a:off x="4740750" y="1652850"/>
              <a:ext cx="2130400" cy="2163975"/>
            </a:xfrm>
            <a:custGeom>
              <a:avLst/>
              <a:gdLst/>
              <a:ahLst/>
              <a:cxnLst/>
              <a:rect l="0" t="0" r="0" b="0"/>
              <a:pathLst>
                <a:path w="85216" h="86559" extrusionOk="0">
                  <a:moveTo>
                    <a:pt x="1748" y="1"/>
                  </a:moveTo>
                  <a:lnTo>
                    <a:pt x="1" y="2958"/>
                  </a:lnTo>
                  <a:lnTo>
                    <a:pt x="83602" y="86559"/>
                  </a:lnTo>
                  <a:lnTo>
                    <a:pt x="85215" y="83602"/>
                  </a:lnTo>
                  <a:lnTo>
                    <a:pt x="1748"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37" name="Shape 37"/>
            <p:cNvSpPr/>
            <p:nvPr/>
          </p:nvSpPr>
          <p:spPr>
            <a:xfrm>
              <a:off x="4777725" y="1592375"/>
              <a:ext cx="2130375" cy="2160600"/>
            </a:xfrm>
            <a:custGeom>
              <a:avLst/>
              <a:gdLst/>
              <a:ahLst/>
              <a:cxnLst/>
              <a:rect l="0" t="0" r="0" b="0"/>
              <a:pathLst>
                <a:path w="85215" h="86424" extrusionOk="0">
                  <a:moveTo>
                    <a:pt x="1613" y="1"/>
                  </a:moveTo>
                  <a:lnTo>
                    <a:pt x="0" y="2957"/>
                  </a:lnTo>
                  <a:lnTo>
                    <a:pt x="83467" y="86424"/>
                  </a:lnTo>
                  <a:lnTo>
                    <a:pt x="85215" y="83601"/>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38" name="Shape 38"/>
            <p:cNvSpPr/>
            <p:nvPr/>
          </p:nvSpPr>
          <p:spPr>
            <a:xfrm>
              <a:off x="4811325" y="1531900"/>
              <a:ext cx="2133750" cy="2160600"/>
            </a:xfrm>
            <a:custGeom>
              <a:avLst/>
              <a:gdLst/>
              <a:ahLst/>
              <a:cxnLst/>
              <a:rect l="0" t="0" r="0" b="0"/>
              <a:pathLst>
                <a:path w="85350" h="86424" extrusionOk="0">
                  <a:moveTo>
                    <a:pt x="1748" y="0"/>
                  </a:moveTo>
                  <a:lnTo>
                    <a:pt x="0" y="2823"/>
                  </a:lnTo>
                  <a:lnTo>
                    <a:pt x="83602" y="86423"/>
                  </a:lnTo>
                  <a:lnTo>
                    <a:pt x="85349" y="83467"/>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a:off x="4848275" y="1468050"/>
              <a:ext cx="2130400" cy="2163975"/>
            </a:xfrm>
            <a:custGeom>
              <a:avLst/>
              <a:gdLst/>
              <a:ahLst/>
              <a:cxnLst/>
              <a:rect l="0" t="0" r="0" b="0"/>
              <a:pathLst>
                <a:path w="85216" h="86559" extrusionOk="0">
                  <a:moveTo>
                    <a:pt x="1614" y="0"/>
                  </a:moveTo>
                  <a:lnTo>
                    <a:pt x="1" y="2957"/>
                  </a:lnTo>
                  <a:lnTo>
                    <a:pt x="83602" y="86558"/>
                  </a:lnTo>
                  <a:lnTo>
                    <a:pt x="85215" y="83601"/>
                  </a:lnTo>
                  <a:lnTo>
                    <a:pt x="1614"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40" name="Shape 40"/>
            <p:cNvSpPr/>
            <p:nvPr/>
          </p:nvSpPr>
          <p:spPr>
            <a:xfrm>
              <a:off x="4881875" y="1431100"/>
              <a:ext cx="2133750" cy="2140425"/>
            </a:xfrm>
            <a:custGeom>
              <a:avLst/>
              <a:gdLst/>
              <a:ahLst/>
              <a:cxnLst/>
              <a:rect l="0" t="0" r="0" b="0"/>
              <a:pathLst>
                <a:path w="85350" h="85617" extrusionOk="0">
                  <a:moveTo>
                    <a:pt x="1211" y="0"/>
                  </a:moveTo>
                  <a:lnTo>
                    <a:pt x="1" y="2016"/>
                  </a:lnTo>
                  <a:lnTo>
                    <a:pt x="83602" y="85617"/>
                  </a:lnTo>
                  <a:lnTo>
                    <a:pt x="85350" y="82660"/>
                  </a:lnTo>
                  <a:lnTo>
                    <a:pt x="2689"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41" name="Shape 41"/>
            <p:cNvSpPr/>
            <p:nvPr/>
          </p:nvSpPr>
          <p:spPr>
            <a:xfrm>
              <a:off x="4928925" y="1431100"/>
              <a:ext cx="2120300" cy="2076600"/>
            </a:xfrm>
            <a:custGeom>
              <a:avLst/>
              <a:gdLst/>
              <a:ahLst/>
              <a:cxnLst/>
              <a:rect l="0" t="0" r="0" b="0"/>
              <a:pathLst>
                <a:path w="84812" h="83064" extrusionOk="0">
                  <a:moveTo>
                    <a:pt x="1" y="0"/>
                  </a:moveTo>
                  <a:lnTo>
                    <a:pt x="83199" y="83063"/>
                  </a:lnTo>
                  <a:lnTo>
                    <a:pt x="84812" y="80106"/>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42" name="Shape 42"/>
            <p:cNvSpPr/>
            <p:nvPr/>
          </p:nvSpPr>
          <p:spPr>
            <a:xfrm>
              <a:off x="5026375" y="1431100"/>
              <a:ext cx="2059825" cy="2016100"/>
            </a:xfrm>
            <a:custGeom>
              <a:avLst/>
              <a:gdLst/>
              <a:ahLst/>
              <a:cxnLst/>
              <a:rect l="0" t="0" r="0" b="0"/>
              <a:pathLst>
                <a:path w="82393" h="80644" extrusionOk="0">
                  <a:moveTo>
                    <a:pt x="0" y="0"/>
                  </a:moveTo>
                  <a:lnTo>
                    <a:pt x="80645" y="80644"/>
                  </a:lnTo>
                  <a:lnTo>
                    <a:pt x="82392" y="77687"/>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43" name="Shape 43"/>
            <p:cNvSpPr/>
            <p:nvPr/>
          </p:nvSpPr>
          <p:spPr>
            <a:xfrm>
              <a:off x="5123825" y="1431100"/>
              <a:ext cx="1995975" cy="1955625"/>
            </a:xfrm>
            <a:custGeom>
              <a:avLst/>
              <a:gdLst/>
              <a:ahLst/>
              <a:cxnLst/>
              <a:rect l="0" t="0" r="0" b="0"/>
              <a:pathLst>
                <a:path w="79839" h="78225" extrusionOk="0">
                  <a:moveTo>
                    <a:pt x="0" y="0"/>
                  </a:moveTo>
                  <a:lnTo>
                    <a:pt x="78225" y="78225"/>
                  </a:lnTo>
                  <a:lnTo>
                    <a:pt x="79838" y="75268"/>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44" name="Shape 44"/>
            <p:cNvSpPr/>
            <p:nvPr/>
          </p:nvSpPr>
          <p:spPr>
            <a:xfrm>
              <a:off x="5221275" y="1431100"/>
              <a:ext cx="1935475" cy="1891775"/>
            </a:xfrm>
            <a:custGeom>
              <a:avLst/>
              <a:gdLst/>
              <a:ahLst/>
              <a:cxnLst/>
              <a:rect l="0" t="0" r="0" b="0"/>
              <a:pathLst>
                <a:path w="77419" h="75671" extrusionOk="0">
                  <a:moveTo>
                    <a:pt x="0" y="0"/>
                  </a:moveTo>
                  <a:lnTo>
                    <a:pt x="75671" y="75671"/>
                  </a:lnTo>
                  <a:lnTo>
                    <a:pt x="77419" y="72714"/>
                  </a:lnTo>
                  <a:lnTo>
                    <a:pt x="4570"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45" name="Shape 45"/>
            <p:cNvSpPr/>
            <p:nvPr/>
          </p:nvSpPr>
          <p:spPr>
            <a:xfrm>
              <a:off x="5318700" y="1431100"/>
              <a:ext cx="1875025" cy="1831300"/>
            </a:xfrm>
            <a:custGeom>
              <a:avLst/>
              <a:gdLst/>
              <a:ahLst/>
              <a:cxnLst/>
              <a:rect l="0" t="0" r="0" b="0"/>
              <a:pathLst>
                <a:path w="75001" h="73252" extrusionOk="0">
                  <a:moveTo>
                    <a:pt x="1" y="0"/>
                  </a:moveTo>
                  <a:lnTo>
                    <a:pt x="73253" y="73251"/>
                  </a:lnTo>
                  <a:lnTo>
                    <a:pt x="75000" y="70295"/>
                  </a:lnTo>
                  <a:lnTo>
                    <a:pt x="4571"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46" name="Shape 46"/>
            <p:cNvSpPr/>
            <p:nvPr/>
          </p:nvSpPr>
          <p:spPr>
            <a:xfrm>
              <a:off x="5416150" y="1431100"/>
              <a:ext cx="1811175" cy="1770825"/>
            </a:xfrm>
            <a:custGeom>
              <a:avLst/>
              <a:gdLst/>
              <a:ahLst/>
              <a:cxnLst/>
              <a:rect l="0" t="0" r="0" b="0"/>
              <a:pathLst>
                <a:path w="72447" h="70833" extrusionOk="0">
                  <a:moveTo>
                    <a:pt x="1" y="0"/>
                  </a:moveTo>
                  <a:lnTo>
                    <a:pt x="70699" y="70832"/>
                  </a:lnTo>
                  <a:lnTo>
                    <a:pt x="72446" y="67875"/>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47" name="Shape 47"/>
            <p:cNvSpPr/>
            <p:nvPr/>
          </p:nvSpPr>
          <p:spPr>
            <a:xfrm>
              <a:off x="5510250" y="1431100"/>
              <a:ext cx="1754025" cy="1706975"/>
            </a:xfrm>
            <a:custGeom>
              <a:avLst/>
              <a:gdLst/>
              <a:ahLst/>
              <a:cxnLst/>
              <a:rect l="0" t="0" r="0" b="0"/>
              <a:pathLst>
                <a:path w="70161" h="68279" extrusionOk="0">
                  <a:moveTo>
                    <a:pt x="0" y="0"/>
                  </a:moveTo>
                  <a:lnTo>
                    <a:pt x="68413" y="68278"/>
                  </a:lnTo>
                  <a:lnTo>
                    <a:pt x="70161" y="65456"/>
                  </a:lnTo>
                  <a:lnTo>
                    <a:pt x="4704"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a:off x="5607675" y="1431100"/>
              <a:ext cx="1690200" cy="1646500"/>
            </a:xfrm>
            <a:custGeom>
              <a:avLst/>
              <a:gdLst/>
              <a:ahLst/>
              <a:cxnLst/>
              <a:rect l="0" t="0" r="0" b="0"/>
              <a:pathLst>
                <a:path w="67608" h="65860" extrusionOk="0">
                  <a:moveTo>
                    <a:pt x="1" y="0"/>
                  </a:moveTo>
                  <a:lnTo>
                    <a:pt x="65995" y="65859"/>
                  </a:lnTo>
                  <a:lnTo>
                    <a:pt x="67608" y="62902"/>
                  </a:lnTo>
                  <a:lnTo>
                    <a:pt x="4705"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49" name="Shape 49"/>
            <p:cNvSpPr/>
            <p:nvPr/>
          </p:nvSpPr>
          <p:spPr>
            <a:xfrm>
              <a:off x="5705125" y="1431100"/>
              <a:ext cx="1629725" cy="1586000"/>
            </a:xfrm>
            <a:custGeom>
              <a:avLst/>
              <a:gdLst/>
              <a:ahLst/>
              <a:cxnLst/>
              <a:rect l="0" t="0" r="0" b="0"/>
              <a:pathLst>
                <a:path w="65189" h="63440" extrusionOk="0">
                  <a:moveTo>
                    <a:pt x="1" y="0"/>
                  </a:moveTo>
                  <a:lnTo>
                    <a:pt x="63441" y="63440"/>
                  </a:lnTo>
                  <a:lnTo>
                    <a:pt x="65188" y="60483"/>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50" name="Shape 50"/>
            <p:cNvSpPr/>
            <p:nvPr/>
          </p:nvSpPr>
          <p:spPr>
            <a:xfrm>
              <a:off x="5802575" y="1431100"/>
              <a:ext cx="1565875" cy="1525525"/>
            </a:xfrm>
            <a:custGeom>
              <a:avLst/>
              <a:gdLst/>
              <a:ahLst/>
              <a:cxnLst/>
              <a:rect l="0" t="0" r="0" b="0"/>
              <a:pathLst>
                <a:path w="62635" h="61021" extrusionOk="0">
                  <a:moveTo>
                    <a:pt x="1" y="0"/>
                  </a:moveTo>
                  <a:lnTo>
                    <a:pt x="61021" y="61020"/>
                  </a:lnTo>
                  <a:lnTo>
                    <a:pt x="62634" y="58064"/>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51" name="Shape 51"/>
            <p:cNvSpPr/>
            <p:nvPr/>
          </p:nvSpPr>
          <p:spPr>
            <a:xfrm>
              <a:off x="5900025" y="1431100"/>
              <a:ext cx="1481850" cy="1461675"/>
            </a:xfrm>
            <a:custGeom>
              <a:avLst/>
              <a:gdLst/>
              <a:ahLst/>
              <a:cxnLst/>
              <a:rect l="0" t="0" r="0" b="0"/>
              <a:pathLst>
                <a:path w="59274" h="58467" extrusionOk="0">
                  <a:moveTo>
                    <a:pt x="0" y="0"/>
                  </a:moveTo>
                  <a:lnTo>
                    <a:pt x="58468" y="58467"/>
                  </a:lnTo>
                  <a:lnTo>
                    <a:pt x="59274" y="57123"/>
                  </a:lnTo>
                  <a:lnTo>
                    <a:pt x="56048" y="51478"/>
                  </a:lnTo>
                  <a:lnTo>
                    <a:pt x="4570"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52" name="Shape 52"/>
            <p:cNvSpPr/>
            <p:nvPr/>
          </p:nvSpPr>
          <p:spPr>
            <a:xfrm>
              <a:off x="5997475" y="1431100"/>
              <a:ext cx="1307125" cy="1297025"/>
            </a:xfrm>
            <a:custGeom>
              <a:avLst/>
              <a:gdLst/>
              <a:ahLst/>
              <a:cxnLst/>
              <a:rect l="0" t="0" r="0" b="0"/>
              <a:pathLst>
                <a:path w="52285" h="51881" extrusionOk="0">
                  <a:moveTo>
                    <a:pt x="0" y="0"/>
                  </a:moveTo>
                  <a:lnTo>
                    <a:pt x="51747" y="51881"/>
                  </a:lnTo>
                  <a:lnTo>
                    <a:pt x="52285" y="51478"/>
                  </a:lnTo>
                  <a:lnTo>
                    <a:pt x="46908"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53" name="Shape 53"/>
            <p:cNvSpPr/>
            <p:nvPr/>
          </p:nvSpPr>
          <p:spPr>
            <a:xfrm>
              <a:off x="6094900" y="1431100"/>
              <a:ext cx="1075300" cy="1065175"/>
            </a:xfrm>
            <a:custGeom>
              <a:avLst/>
              <a:gdLst/>
              <a:ahLst/>
              <a:cxnLst/>
              <a:rect l="0" t="0" r="0" b="0"/>
              <a:pathLst>
                <a:path w="43012" h="42607" extrusionOk="0">
                  <a:moveTo>
                    <a:pt x="1" y="0"/>
                  </a:moveTo>
                  <a:lnTo>
                    <a:pt x="42608" y="42607"/>
                  </a:lnTo>
                  <a:lnTo>
                    <a:pt x="43011" y="42338"/>
                  </a:lnTo>
                  <a:lnTo>
                    <a:pt x="37769" y="33064"/>
                  </a:lnTo>
                  <a:lnTo>
                    <a:pt x="4571"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54" name="Shape 54"/>
            <p:cNvSpPr/>
            <p:nvPr/>
          </p:nvSpPr>
          <p:spPr>
            <a:xfrm>
              <a:off x="6189000" y="1431100"/>
              <a:ext cx="850150" cy="836700"/>
            </a:xfrm>
            <a:custGeom>
              <a:avLst/>
              <a:gdLst/>
              <a:ahLst/>
              <a:cxnLst/>
              <a:rect l="0" t="0" r="0" b="0"/>
              <a:pathLst>
                <a:path w="34006" h="33468" extrusionOk="0">
                  <a:moveTo>
                    <a:pt x="0" y="0"/>
                  </a:moveTo>
                  <a:lnTo>
                    <a:pt x="33602" y="33467"/>
                  </a:lnTo>
                  <a:lnTo>
                    <a:pt x="34005" y="33198"/>
                  </a:lnTo>
                  <a:lnTo>
                    <a:pt x="28629" y="23924"/>
                  </a:lnTo>
                  <a:lnTo>
                    <a:pt x="4705"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a:off x="6286450" y="1431100"/>
              <a:ext cx="618300" cy="608200"/>
            </a:xfrm>
            <a:custGeom>
              <a:avLst/>
              <a:gdLst/>
              <a:ahLst/>
              <a:cxnLst/>
              <a:rect l="0" t="0" r="0" b="0"/>
              <a:pathLst>
                <a:path w="24732" h="24328" extrusionOk="0">
                  <a:moveTo>
                    <a:pt x="0" y="0"/>
                  </a:moveTo>
                  <a:lnTo>
                    <a:pt x="24328" y="24328"/>
                  </a:lnTo>
                  <a:lnTo>
                    <a:pt x="24731" y="23924"/>
                  </a:lnTo>
                  <a:lnTo>
                    <a:pt x="19489" y="14785"/>
                  </a:lnTo>
                  <a:lnTo>
                    <a:pt x="4704"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56" name="Shape 56"/>
            <p:cNvSpPr/>
            <p:nvPr/>
          </p:nvSpPr>
          <p:spPr>
            <a:xfrm>
              <a:off x="6383900" y="1431100"/>
              <a:ext cx="389800" cy="376350"/>
            </a:xfrm>
            <a:custGeom>
              <a:avLst/>
              <a:gdLst/>
              <a:ahLst/>
              <a:cxnLst/>
              <a:rect l="0" t="0" r="0" b="0"/>
              <a:pathLst>
                <a:path w="15592" h="15054" extrusionOk="0">
                  <a:moveTo>
                    <a:pt x="0" y="0"/>
                  </a:moveTo>
                  <a:lnTo>
                    <a:pt x="15188" y="15054"/>
                  </a:lnTo>
                  <a:lnTo>
                    <a:pt x="15591" y="14785"/>
                  </a:lnTo>
                  <a:lnTo>
                    <a:pt x="10215"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57" name="Shape 57"/>
            <p:cNvSpPr/>
            <p:nvPr/>
          </p:nvSpPr>
          <p:spPr>
            <a:xfrm>
              <a:off x="6481325" y="1431100"/>
              <a:ext cx="157950" cy="147850"/>
            </a:xfrm>
            <a:custGeom>
              <a:avLst/>
              <a:gdLst/>
              <a:ahLst/>
              <a:cxnLst/>
              <a:rect l="0" t="0" r="0" b="0"/>
              <a:pathLst>
                <a:path w="6318" h="5914" extrusionOk="0">
                  <a:moveTo>
                    <a:pt x="1" y="0"/>
                  </a:moveTo>
                  <a:lnTo>
                    <a:pt x="5915" y="5914"/>
                  </a:lnTo>
                  <a:lnTo>
                    <a:pt x="6318" y="5645"/>
                  </a:lnTo>
                  <a:lnTo>
                    <a:pt x="3092"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58" name="Shape 58"/>
          <p:cNvSpPr/>
          <p:nvPr/>
        </p:nvSpPr>
        <p:spPr>
          <a:xfrm rot="10800000" flipH="1">
            <a:off x="2809875" y="-172875"/>
            <a:ext cx="1111499" cy="962400"/>
          </a:xfrm>
          <a:prstGeom prst="hexagon">
            <a:avLst>
              <a:gd name="adj" fmla="val 28678"/>
              <a:gd name="vf" fmla="val 115470"/>
            </a:avLst>
          </a:prstGeom>
          <a:noFill/>
          <a:ln w="19050" cap="flat"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9" name="Shape 59"/>
          <p:cNvSpPr/>
          <p:nvPr/>
        </p:nvSpPr>
        <p:spPr>
          <a:xfrm rot="10800000" flipH="1">
            <a:off x="3602723" y="1360109"/>
            <a:ext cx="493799" cy="427499"/>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0" name="Shape 60"/>
          <p:cNvSpPr/>
          <p:nvPr/>
        </p:nvSpPr>
        <p:spPr>
          <a:xfrm rot="10800000" flipH="1">
            <a:off x="5278914" y="855278"/>
            <a:ext cx="944700" cy="818100"/>
          </a:xfrm>
          <a:prstGeom prst="hexagon">
            <a:avLst>
              <a:gd name="adj" fmla="val 28678"/>
              <a:gd name="vf" fmla="val 115470"/>
            </a:avLst>
          </a:prstGeom>
          <a:noFill/>
          <a:ln w="76200" cap="flat" cmpd="sng">
            <a:solidFill>
              <a:srgbClr val="184769"/>
            </a:solidFill>
            <a:prstDash val="solid"/>
            <a:miter/>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1" name="Shape 61"/>
          <p:cNvSpPr/>
          <p:nvPr/>
        </p:nvSpPr>
        <p:spPr>
          <a:xfrm rot="10800000" flipH="1">
            <a:off x="5365798" y="352324"/>
            <a:ext cx="493799" cy="427199"/>
          </a:xfrm>
          <a:prstGeom prst="hexagon">
            <a:avLst>
              <a:gd name="adj" fmla="val 28678"/>
              <a:gd name="vf" fmla="val 115470"/>
            </a:avLst>
          </a:prstGeom>
          <a:solidFill>
            <a:srgbClr val="00E1C6"/>
          </a:solidFill>
          <a:ln>
            <a:noFill/>
          </a:ln>
        </p:spPr>
        <p:txBody>
          <a:bodyPr lIns="91425" tIns="91425" rIns="91425" bIns="91425" anchor="ctr" anchorCtr="0">
            <a:noAutofit/>
          </a:bodyPr>
          <a:lstStyle/>
          <a:p>
            <a:pPr lvl="0">
              <a:spcBef>
                <a:spcPts val="0"/>
              </a:spcBef>
              <a:buNone/>
            </a:pPr>
            <a:endParaRPr/>
          </a:p>
        </p:txBody>
      </p:sp>
      <p:grpSp>
        <p:nvGrpSpPr>
          <p:cNvPr id="62" name="Shape 62"/>
          <p:cNvGrpSpPr/>
          <p:nvPr/>
        </p:nvGrpSpPr>
        <p:grpSpPr>
          <a:xfrm>
            <a:off x="5549153" y="1029780"/>
            <a:ext cx="404640" cy="374058"/>
            <a:chOff x="5975075" y="2327500"/>
            <a:chExt cx="420100" cy="388350"/>
          </a:xfrm>
        </p:grpSpPr>
        <p:sp>
          <p:nvSpPr>
            <p:cNvPr id="63" name="Shape 63"/>
            <p:cNvSpPr/>
            <p:nvPr/>
          </p:nvSpPr>
          <p:spPr>
            <a:xfrm>
              <a:off x="5975075" y="2474650"/>
              <a:ext cx="98325" cy="220450"/>
            </a:xfrm>
            <a:custGeom>
              <a:avLst/>
              <a:gdLst/>
              <a:ahLst/>
              <a:cxnLst/>
              <a:rect l="0" t="0" r="0" b="0"/>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4" name="Shape 64"/>
            <p:cNvSpPr/>
            <p:nvPr/>
          </p:nvSpPr>
          <p:spPr>
            <a:xfrm>
              <a:off x="6088025" y="2327500"/>
              <a:ext cx="307150" cy="388350"/>
            </a:xfrm>
            <a:custGeom>
              <a:avLst/>
              <a:gdLst/>
              <a:ahLst/>
              <a:cxnLst/>
              <a:rect l="0" t="0" r="0" b="0"/>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65" name="Shape 65"/>
          <p:cNvSpPr/>
          <p:nvPr/>
        </p:nvSpPr>
        <p:spPr>
          <a:xfrm>
            <a:off x="3253021" y="113273"/>
            <a:ext cx="225084" cy="389963"/>
          </a:xfrm>
          <a:custGeom>
            <a:avLst/>
            <a:gdLst/>
            <a:ahLst/>
            <a:cxnLst/>
            <a:rect l="0" t="0" r="0" b="0"/>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grpSp>
        <p:nvGrpSpPr>
          <p:cNvPr id="66" name="Shape 66"/>
          <p:cNvGrpSpPr/>
          <p:nvPr/>
        </p:nvGrpSpPr>
        <p:grpSpPr>
          <a:xfrm>
            <a:off x="4380525" y="515192"/>
            <a:ext cx="382958" cy="607110"/>
            <a:chOff x="6718575" y="2318625"/>
            <a:chExt cx="256950" cy="407375"/>
          </a:xfrm>
        </p:grpSpPr>
        <p:sp>
          <p:nvSpPr>
            <p:cNvPr id="67" name="Shape 67"/>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8" name="Shape 68"/>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9" name="Shape 69"/>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0" name="Shape 70"/>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1" name="Shape 71"/>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2" name="Shape 72"/>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3" name="Shape 73"/>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4" name="Shape 74"/>
            <p:cNvSpPr/>
            <p:nvPr/>
          </p:nvSpPr>
          <p:spPr>
            <a:xfrm>
              <a:off x="6795900" y="2628550"/>
              <a:ext cx="102300" cy="25"/>
            </a:xfrm>
            <a:custGeom>
              <a:avLst/>
              <a:gdLst/>
              <a:ahLst/>
              <a:cxnLst/>
              <a:rect l="0" t="0" r="0" b="0"/>
              <a:pathLst>
                <a:path w="4092" h="1" fill="none" extrusionOk="0">
                  <a:moveTo>
                    <a:pt x="0" y="1"/>
                  </a:moveTo>
                  <a:lnTo>
                    <a:pt x="4092" y="1"/>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nvGrpSpPr>
          <p:cNvPr id="75" name="Shape 75"/>
          <p:cNvGrpSpPr/>
          <p:nvPr/>
        </p:nvGrpSpPr>
        <p:grpSpPr>
          <a:xfrm>
            <a:off x="3199463" y="902958"/>
            <a:ext cx="395017" cy="403296"/>
            <a:chOff x="3951850" y="2985350"/>
            <a:chExt cx="407950" cy="416500"/>
          </a:xfrm>
        </p:grpSpPr>
        <p:sp>
          <p:nvSpPr>
            <p:cNvPr id="76" name="Shape 76"/>
            <p:cNvSpPr/>
            <p:nvPr/>
          </p:nvSpPr>
          <p:spPr>
            <a:xfrm>
              <a:off x="3951850" y="2985350"/>
              <a:ext cx="314800" cy="314825"/>
            </a:xfrm>
            <a:custGeom>
              <a:avLst/>
              <a:gdLst/>
              <a:ahLst/>
              <a:cxnLst/>
              <a:rect l="0" t="0" r="0" b="0"/>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7" name="Shape 77"/>
            <p:cNvSpPr/>
            <p:nvPr/>
          </p:nvSpPr>
          <p:spPr>
            <a:xfrm>
              <a:off x="3988375" y="3021875"/>
              <a:ext cx="241750" cy="241750"/>
            </a:xfrm>
            <a:custGeom>
              <a:avLst/>
              <a:gdLst/>
              <a:ahLst/>
              <a:cxnLst/>
              <a:rect l="0" t="0" r="0" b="0"/>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8" name="Shape 78"/>
            <p:cNvSpPr/>
            <p:nvPr/>
          </p:nvSpPr>
          <p:spPr>
            <a:xfrm>
              <a:off x="4024300" y="3058425"/>
              <a:ext cx="84650" cy="84650"/>
            </a:xfrm>
            <a:custGeom>
              <a:avLst/>
              <a:gdLst/>
              <a:ahLst/>
              <a:cxnLst/>
              <a:rect l="0" t="0" r="0" b="0"/>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9" name="Shape 79"/>
            <p:cNvSpPr/>
            <p:nvPr/>
          </p:nvSpPr>
          <p:spPr>
            <a:xfrm>
              <a:off x="4205750" y="3248375"/>
              <a:ext cx="154050" cy="153475"/>
            </a:xfrm>
            <a:custGeom>
              <a:avLst/>
              <a:gdLst/>
              <a:ahLst/>
              <a:cxnLst/>
              <a:rect l="0" t="0" r="0" b="0"/>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nvGrpSpPr>
          <p:cNvPr id="80" name="Shape 80"/>
          <p:cNvGrpSpPr/>
          <p:nvPr/>
        </p:nvGrpSpPr>
        <p:grpSpPr>
          <a:xfrm rot="10800000" flipH="1">
            <a:off x="3920311" y="3981675"/>
            <a:ext cx="1303376" cy="1127987"/>
            <a:chOff x="238125" y="1431100"/>
            <a:chExt cx="3296350" cy="2852775"/>
          </a:xfrm>
        </p:grpSpPr>
        <p:sp>
          <p:nvSpPr>
            <p:cNvPr id="81" name="Shape 81"/>
            <p:cNvSpPr/>
            <p:nvPr/>
          </p:nvSpPr>
          <p:spPr>
            <a:xfrm>
              <a:off x="980725" y="4136025"/>
              <a:ext cx="157950" cy="147850"/>
            </a:xfrm>
            <a:custGeom>
              <a:avLst/>
              <a:gdLst/>
              <a:ahLst/>
              <a:cxnLst/>
              <a:rect l="0" t="0" r="0" b="0"/>
              <a:pathLst>
                <a:path w="6318" h="5914" extrusionOk="0">
                  <a:moveTo>
                    <a:pt x="403" y="0"/>
                  </a:moveTo>
                  <a:lnTo>
                    <a:pt x="0" y="269"/>
                  </a:lnTo>
                  <a:lnTo>
                    <a:pt x="3226" y="5914"/>
                  </a:lnTo>
                  <a:lnTo>
                    <a:pt x="6317" y="5914"/>
                  </a:lnTo>
                  <a:lnTo>
                    <a:pt x="403"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82" name="Shape 82"/>
            <p:cNvSpPr/>
            <p:nvPr/>
          </p:nvSpPr>
          <p:spPr>
            <a:xfrm>
              <a:off x="849675" y="3907525"/>
              <a:ext cx="386425" cy="376350"/>
            </a:xfrm>
            <a:custGeom>
              <a:avLst/>
              <a:gdLst/>
              <a:ahLst/>
              <a:cxnLst/>
              <a:rect l="0" t="0" r="0" b="0"/>
              <a:pathLst>
                <a:path w="15457" h="15054" extrusionOk="0">
                  <a:moveTo>
                    <a:pt x="403" y="0"/>
                  </a:moveTo>
                  <a:lnTo>
                    <a:pt x="0" y="269"/>
                  </a:lnTo>
                  <a:lnTo>
                    <a:pt x="5242" y="9543"/>
                  </a:lnTo>
                  <a:lnTo>
                    <a:pt x="10887" y="15054"/>
                  </a:lnTo>
                  <a:lnTo>
                    <a:pt x="15457" y="15054"/>
                  </a:lnTo>
                  <a:lnTo>
                    <a:pt x="403"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83" name="Shape 83"/>
            <p:cNvSpPr/>
            <p:nvPr/>
          </p:nvSpPr>
          <p:spPr>
            <a:xfrm>
              <a:off x="715250" y="3675675"/>
              <a:ext cx="618300" cy="608200"/>
            </a:xfrm>
            <a:custGeom>
              <a:avLst/>
              <a:gdLst/>
              <a:ahLst/>
              <a:cxnLst/>
              <a:rect l="0" t="0" r="0" b="0"/>
              <a:pathLst>
                <a:path w="24732" h="24328" extrusionOk="0">
                  <a:moveTo>
                    <a:pt x="404" y="0"/>
                  </a:moveTo>
                  <a:lnTo>
                    <a:pt x="1" y="404"/>
                  </a:lnTo>
                  <a:lnTo>
                    <a:pt x="5377" y="9543"/>
                  </a:lnTo>
                  <a:lnTo>
                    <a:pt x="20162"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84" name="Shape 84"/>
            <p:cNvSpPr/>
            <p:nvPr/>
          </p:nvSpPr>
          <p:spPr>
            <a:xfrm>
              <a:off x="584200" y="3447175"/>
              <a:ext cx="846800" cy="836700"/>
            </a:xfrm>
            <a:custGeom>
              <a:avLst/>
              <a:gdLst/>
              <a:ahLst/>
              <a:cxnLst/>
              <a:rect l="0" t="0" r="0" b="0"/>
              <a:pathLst>
                <a:path w="33872" h="33468" extrusionOk="0">
                  <a:moveTo>
                    <a:pt x="404" y="1"/>
                  </a:moveTo>
                  <a:lnTo>
                    <a:pt x="1" y="270"/>
                  </a:lnTo>
                  <a:lnTo>
                    <a:pt x="5243" y="9544"/>
                  </a:lnTo>
                  <a:lnTo>
                    <a:pt x="29167" y="33468"/>
                  </a:lnTo>
                  <a:lnTo>
                    <a:pt x="33872"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85" name="Shape 85"/>
            <p:cNvSpPr/>
            <p:nvPr/>
          </p:nvSpPr>
          <p:spPr>
            <a:xfrm>
              <a:off x="449800" y="3218700"/>
              <a:ext cx="1078650" cy="1065175"/>
            </a:xfrm>
            <a:custGeom>
              <a:avLst/>
              <a:gdLst/>
              <a:ahLst/>
              <a:cxnLst/>
              <a:rect l="0" t="0" r="0" b="0"/>
              <a:pathLst>
                <a:path w="43146" h="42607" extrusionOk="0">
                  <a:moveTo>
                    <a:pt x="404" y="0"/>
                  </a:moveTo>
                  <a:lnTo>
                    <a:pt x="1"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86" name="Shape 86"/>
            <p:cNvSpPr/>
            <p:nvPr/>
          </p:nvSpPr>
          <p:spPr>
            <a:xfrm>
              <a:off x="318750" y="2990200"/>
              <a:ext cx="1307150" cy="1293675"/>
            </a:xfrm>
            <a:custGeom>
              <a:avLst/>
              <a:gdLst/>
              <a:ahLst/>
              <a:cxnLst/>
              <a:rect l="0" t="0" r="0" b="0"/>
              <a:pathLst>
                <a:path w="52286" h="51747" extrusionOk="0">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87" name="Shape 87"/>
            <p:cNvSpPr/>
            <p:nvPr/>
          </p:nvSpPr>
          <p:spPr>
            <a:xfrm>
              <a:off x="1286500" y="3964650"/>
              <a:ext cx="436850" cy="319225"/>
            </a:xfrm>
            <a:custGeom>
              <a:avLst/>
              <a:gdLst/>
              <a:ahLst/>
              <a:cxnLst/>
              <a:rect l="0" t="0" r="0" b="0"/>
              <a:pathLst>
                <a:path w="17474" h="12769" extrusionOk="0">
                  <a:moveTo>
                    <a:pt x="0" y="0"/>
                  </a:moveTo>
                  <a:lnTo>
                    <a:pt x="12769" y="12769"/>
                  </a:lnTo>
                  <a:lnTo>
                    <a:pt x="17473" y="12769"/>
                  </a:lnTo>
                  <a:lnTo>
                    <a:pt x="4704"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88" name="Shape 88"/>
            <p:cNvSpPr/>
            <p:nvPr/>
          </p:nvSpPr>
          <p:spPr>
            <a:xfrm>
              <a:off x="238125" y="2822200"/>
              <a:ext cx="924075" cy="1008075"/>
            </a:xfrm>
            <a:custGeom>
              <a:avLst/>
              <a:gdLst/>
              <a:ahLst/>
              <a:cxnLst/>
              <a:rect l="0" t="0" r="0" b="0"/>
              <a:pathLst>
                <a:path w="36963" h="40323" extrusionOk="0">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89" name="Shape 89"/>
            <p:cNvSpPr/>
            <p:nvPr/>
          </p:nvSpPr>
          <p:spPr>
            <a:xfrm>
              <a:off x="138392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90" name="Shape 90"/>
            <p:cNvSpPr/>
            <p:nvPr/>
          </p:nvSpPr>
          <p:spPr>
            <a:xfrm>
              <a:off x="251550" y="2761700"/>
              <a:ext cx="779600" cy="840075"/>
            </a:xfrm>
            <a:custGeom>
              <a:avLst/>
              <a:gdLst/>
              <a:ahLst/>
              <a:cxnLst/>
              <a:rect l="0" t="0" r="0" b="0"/>
              <a:pathLst>
                <a:path w="31184" h="33603" extrusionOk="0">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91" name="Shape 91"/>
            <p:cNvSpPr/>
            <p:nvPr/>
          </p:nvSpPr>
          <p:spPr>
            <a:xfrm>
              <a:off x="288525" y="2697875"/>
              <a:ext cx="608200" cy="675400"/>
            </a:xfrm>
            <a:custGeom>
              <a:avLst/>
              <a:gdLst/>
              <a:ahLst/>
              <a:cxnLst/>
              <a:rect l="0" t="0" r="0" b="0"/>
              <a:pathLst>
                <a:path w="24328" h="27016" extrusionOk="0">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92" name="Shape 92"/>
            <p:cNvSpPr/>
            <p:nvPr/>
          </p:nvSpPr>
          <p:spPr>
            <a:xfrm>
              <a:off x="1481375" y="396465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93" name="Shape 93"/>
            <p:cNvSpPr/>
            <p:nvPr/>
          </p:nvSpPr>
          <p:spPr>
            <a:xfrm>
              <a:off x="1578825" y="3964650"/>
              <a:ext cx="433500" cy="319225"/>
            </a:xfrm>
            <a:custGeom>
              <a:avLst/>
              <a:gdLst/>
              <a:ahLst/>
              <a:cxnLst/>
              <a:rect l="0" t="0" r="0" b="0"/>
              <a:pathLst>
                <a:path w="17340" h="12769" extrusionOk="0">
                  <a:moveTo>
                    <a:pt x="1" y="0"/>
                  </a:moveTo>
                  <a:lnTo>
                    <a:pt x="12769" y="12769"/>
                  </a:lnTo>
                  <a:lnTo>
                    <a:pt x="17339" y="12769"/>
                  </a:lnTo>
                  <a:lnTo>
                    <a:pt x="4570" y="0"/>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94" name="Shape 94"/>
            <p:cNvSpPr/>
            <p:nvPr/>
          </p:nvSpPr>
          <p:spPr>
            <a:xfrm>
              <a:off x="322125" y="2637375"/>
              <a:ext cx="443550" cy="504050"/>
            </a:xfrm>
            <a:custGeom>
              <a:avLst/>
              <a:gdLst/>
              <a:ahLst/>
              <a:cxnLst/>
              <a:rect l="0" t="0" r="0" b="0"/>
              <a:pathLst>
                <a:path w="17742" h="20162" extrusionOk="0">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95" name="Shape 95"/>
            <p:cNvSpPr/>
            <p:nvPr/>
          </p:nvSpPr>
          <p:spPr>
            <a:xfrm>
              <a:off x="359075" y="2576900"/>
              <a:ext cx="275575" cy="336050"/>
            </a:xfrm>
            <a:custGeom>
              <a:avLst/>
              <a:gdLst/>
              <a:ahLst/>
              <a:cxnLst/>
              <a:rect l="0" t="0" r="0" b="0"/>
              <a:pathLst>
                <a:path w="11023" h="13442" extrusionOk="0">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96" name="Shape 96"/>
            <p:cNvSpPr/>
            <p:nvPr/>
          </p:nvSpPr>
          <p:spPr>
            <a:xfrm>
              <a:off x="1676275" y="396465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97" name="Shape 97"/>
            <p:cNvSpPr/>
            <p:nvPr/>
          </p:nvSpPr>
          <p:spPr>
            <a:xfrm>
              <a:off x="392675" y="2513050"/>
              <a:ext cx="275575" cy="309175"/>
            </a:xfrm>
            <a:custGeom>
              <a:avLst/>
              <a:gdLst/>
              <a:ahLst/>
              <a:cxnLst/>
              <a:rect l="0" t="0" r="0" b="0"/>
              <a:pathLst>
                <a:path w="11023" h="12367" extrusionOk="0">
                  <a:moveTo>
                    <a:pt x="1748" y="1"/>
                  </a:moveTo>
                  <a:lnTo>
                    <a:pt x="1" y="2958"/>
                  </a:lnTo>
                  <a:lnTo>
                    <a:pt x="9409" y="12366"/>
                  </a:lnTo>
                  <a:lnTo>
                    <a:pt x="11022" y="9409"/>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98" name="Shape 98"/>
            <p:cNvSpPr/>
            <p:nvPr/>
          </p:nvSpPr>
          <p:spPr>
            <a:xfrm>
              <a:off x="1773725" y="3964650"/>
              <a:ext cx="433475" cy="319225"/>
            </a:xfrm>
            <a:custGeom>
              <a:avLst/>
              <a:gdLst/>
              <a:ahLst/>
              <a:cxnLst/>
              <a:rect l="0" t="0" r="0" b="0"/>
              <a:pathLst>
                <a:path w="17339" h="12769" extrusionOk="0">
                  <a:moveTo>
                    <a:pt x="0" y="0"/>
                  </a:moveTo>
                  <a:lnTo>
                    <a:pt x="12634" y="12769"/>
                  </a:lnTo>
                  <a:lnTo>
                    <a:pt x="17339" y="12769"/>
                  </a:lnTo>
                  <a:lnTo>
                    <a:pt x="4570" y="0"/>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99" name="Shape 99"/>
            <p:cNvSpPr/>
            <p:nvPr/>
          </p:nvSpPr>
          <p:spPr>
            <a:xfrm>
              <a:off x="429650" y="24525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100" name="Shape 100"/>
            <p:cNvSpPr/>
            <p:nvPr/>
          </p:nvSpPr>
          <p:spPr>
            <a:xfrm>
              <a:off x="1871150" y="3964650"/>
              <a:ext cx="433500" cy="319225"/>
            </a:xfrm>
            <a:custGeom>
              <a:avLst/>
              <a:gdLst/>
              <a:ahLst/>
              <a:cxnLst/>
              <a:rect l="0" t="0" r="0" b="0"/>
              <a:pathLst>
                <a:path w="17340" h="12769" extrusionOk="0">
                  <a:moveTo>
                    <a:pt x="1" y="0"/>
                  </a:moveTo>
                  <a:lnTo>
                    <a:pt x="12635" y="12769"/>
                  </a:lnTo>
                  <a:lnTo>
                    <a:pt x="17340" y="12769"/>
                  </a:lnTo>
                  <a:lnTo>
                    <a:pt x="4571" y="0"/>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101" name="Shape 101"/>
            <p:cNvSpPr/>
            <p:nvPr/>
          </p:nvSpPr>
          <p:spPr>
            <a:xfrm>
              <a:off x="1965250" y="3964650"/>
              <a:ext cx="436850" cy="319225"/>
            </a:xfrm>
            <a:custGeom>
              <a:avLst/>
              <a:gdLst/>
              <a:ahLst/>
              <a:cxnLst/>
              <a:rect l="0" t="0" r="0" b="0"/>
              <a:pathLst>
                <a:path w="17474" h="12769" extrusionOk="0">
                  <a:moveTo>
                    <a:pt x="0" y="0"/>
                  </a:moveTo>
                  <a:lnTo>
                    <a:pt x="12769" y="12769"/>
                  </a:lnTo>
                  <a:lnTo>
                    <a:pt x="17473" y="12769"/>
                  </a:lnTo>
                  <a:lnTo>
                    <a:pt x="4705"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102" name="Shape 102"/>
            <p:cNvSpPr/>
            <p:nvPr/>
          </p:nvSpPr>
          <p:spPr>
            <a:xfrm>
              <a:off x="466600" y="23921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103" name="Shape 103"/>
            <p:cNvSpPr/>
            <p:nvPr/>
          </p:nvSpPr>
          <p:spPr>
            <a:xfrm>
              <a:off x="206270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104" name="Shape 104"/>
            <p:cNvSpPr/>
            <p:nvPr/>
          </p:nvSpPr>
          <p:spPr>
            <a:xfrm>
              <a:off x="500200" y="2328250"/>
              <a:ext cx="275575" cy="309150"/>
            </a:xfrm>
            <a:custGeom>
              <a:avLst/>
              <a:gdLst/>
              <a:ahLst/>
              <a:cxnLst/>
              <a:rect l="0" t="0" r="0" b="0"/>
              <a:pathLst>
                <a:path w="11023" h="12366" extrusionOk="0">
                  <a:moveTo>
                    <a:pt x="1748" y="1"/>
                  </a:moveTo>
                  <a:lnTo>
                    <a:pt x="1" y="2957"/>
                  </a:lnTo>
                  <a:lnTo>
                    <a:pt x="9275" y="12366"/>
                  </a:lnTo>
                  <a:lnTo>
                    <a:pt x="11022" y="9409"/>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105" name="Shape 105"/>
            <p:cNvSpPr/>
            <p:nvPr/>
          </p:nvSpPr>
          <p:spPr>
            <a:xfrm>
              <a:off x="537175" y="2267775"/>
              <a:ext cx="275550" cy="305800"/>
            </a:xfrm>
            <a:custGeom>
              <a:avLst/>
              <a:gdLst/>
              <a:ahLst/>
              <a:cxnLst/>
              <a:rect l="0" t="0" r="0" b="0"/>
              <a:pathLst>
                <a:path w="11022" h="12232" extrusionOk="0">
                  <a:moveTo>
                    <a:pt x="1613" y="0"/>
                  </a:moveTo>
                  <a:lnTo>
                    <a:pt x="0" y="2957"/>
                  </a:lnTo>
                  <a:lnTo>
                    <a:pt x="9274" y="12231"/>
                  </a:lnTo>
                  <a:lnTo>
                    <a:pt x="11022" y="9274"/>
                  </a:lnTo>
                  <a:lnTo>
                    <a:pt x="1613"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106" name="Shape 106"/>
            <p:cNvSpPr/>
            <p:nvPr/>
          </p:nvSpPr>
          <p:spPr>
            <a:xfrm>
              <a:off x="216015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107" name="Shape 107"/>
            <p:cNvSpPr/>
            <p:nvPr/>
          </p:nvSpPr>
          <p:spPr>
            <a:xfrm>
              <a:off x="570775" y="2207275"/>
              <a:ext cx="275550" cy="305800"/>
            </a:xfrm>
            <a:custGeom>
              <a:avLst/>
              <a:gdLst/>
              <a:ahLst/>
              <a:cxnLst/>
              <a:rect l="0" t="0" r="0" b="0"/>
              <a:pathLst>
                <a:path w="11022" h="12232" extrusionOk="0">
                  <a:moveTo>
                    <a:pt x="1748" y="1"/>
                  </a:moveTo>
                  <a:lnTo>
                    <a:pt x="0" y="2958"/>
                  </a:lnTo>
                  <a:lnTo>
                    <a:pt x="9409" y="12232"/>
                  </a:lnTo>
                  <a:lnTo>
                    <a:pt x="11022" y="9275"/>
                  </a:lnTo>
                  <a:lnTo>
                    <a:pt x="1748"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108" name="Shape 108"/>
            <p:cNvSpPr/>
            <p:nvPr/>
          </p:nvSpPr>
          <p:spPr>
            <a:xfrm>
              <a:off x="225757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109" name="Shape 109"/>
            <p:cNvSpPr/>
            <p:nvPr/>
          </p:nvSpPr>
          <p:spPr>
            <a:xfrm>
              <a:off x="2355025" y="3964650"/>
              <a:ext cx="383100" cy="319225"/>
            </a:xfrm>
            <a:custGeom>
              <a:avLst/>
              <a:gdLst/>
              <a:ahLst/>
              <a:cxnLst/>
              <a:rect l="0" t="0" r="0" b="0"/>
              <a:pathLst>
                <a:path w="15324" h="12769" extrusionOk="0">
                  <a:moveTo>
                    <a:pt x="1" y="0"/>
                  </a:moveTo>
                  <a:lnTo>
                    <a:pt x="12769" y="12769"/>
                  </a:lnTo>
                  <a:lnTo>
                    <a:pt x="14248" y="12769"/>
                  </a:lnTo>
                  <a:lnTo>
                    <a:pt x="15323" y="10753"/>
                  </a:lnTo>
                  <a:lnTo>
                    <a:pt x="4570" y="0"/>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110" name="Shape 110"/>
            <p:cNvSpPr/>
            <p:nvPr/>
          </p:nvSpPr>
          <p:spPr>
            <a:xfrm>
              <a:off x="607725" y="2146800"/>
              <a:ext cx="275575" cy="305800"/>
            </a:xfrm>
            <a:custGeom>
              <a:avLst/>
              <a:gdLst/>
              <a:ahLst/>
              <a:cxnLst/>
              <a:rect l="0" t="0" r="0" b="0"/>
              <a:pathLst>
                <a:path w="11023" h="12232" extrusionOk="0">
                  <a:moveTo>
                    <a:pt x="1614" y="1"/>
                  </a:moveTo>
                  <a:lnTo>
                    <a:pt x="1" y="2823"/>
                  </a:lnTo>
                  <a:lnTo>
                    <a:pt x="9275" y="12232"/>
                  </a:lnTo>
                  <a:lnTo>
                    <a:pt x="11022" y="9275"/>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111" name="Shape 111"/>
            <p:cNvSpPr/>
            <p:nvPr/>
          </p:nvSpPr>
          <p:spPr>
            <a:xfrm>
              <a:off x="2452475" y="3941125"/>
              <a:ext cx="322600" cy="305800"/>
            </a:xfrm>
            <a:custGeom>
              <a:avLst/>
              <a:gdLst/>
              <a:ahLst/>
              <a:cxnLst/>
              <a:rect l="0" t="0" r="0" b="0"/>
              <a:pathLst>
                <a:path w="12904" h="12232" extrusionOk="0">
                  <a:moveTo>
                    <a:pt x="3495" y="1"/>
                  </a:moveTo>
                  <a:lnTo>
                    <a:pt x="2957" y="941"/>
                  </a:lnTo>
                  <a:lnTo>
                    <a:pt x="0" y="941"/>
                  </a:lnTo>
                  <a:lnTo>
                    <a:pt x="11156" y="12232"/>
                  </a:lnTo>
                  <a:lnTo>
                    <a:pt x="12904" y="9275"/>
                  </a:lnTo>
                  <a:lnTo>
                    <a:pt x="3495"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641325" y="2082950"/>
              <a:ext cx="275575" cy="305800"/>
            </a:xfrm>
            <a:custGeom>
              <a:avLst/>
              <a:gdLst/>
              <a:ahLst/>
              <a:cxnLst/>
              <a:rect l="0" t="0" r="0" b="0"/>
              <a:pathLst>
                <a:path w="11023" h="12232" extrusionOk="0">
                  <a:moveTo>
                    <a:pt x="1748" y="1"/>
                  </a:moveTo>
                  <a:lnTo>
                    <a:pt x="1" y="2958"/>
                  </a:lnTo>
                  <a:lnTo>
                    <a:pt x="9409" y="12232"/>
                  </a:lnTo>
                  <a:lnTo>
                    <a:pt x="11022" y="9409"/>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113" name="Shape 113"/>
            <p:cNvSpPr/>
            <p:nvPr/>
          </p:nvSpPr>
          <p:spPr>
            <a:xfrm>
              <a:off x="678300" y="20224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114" name="Shape 114"/>
            <p:cNvSpPr/>
            <p:nvPr/>
          </p:nvSpPr>
          <p:spPr>
            <a:xfrm>
              <a:off x="2533125" y="3877275"/>
              <a:ext cx="275550" cy="309175"/>
            </a:xfrm>
            <a:custGeom>
              <a:avLst/>
              <a:gdLst/>
              <a:ahLst/>
              <a:cxnLst/>
              <a:rect l="0" t="0" r="0" b="0"/>
              <a:pathLst>
                <a:path w="11022" h="12367" extrusionOk="0">
                  <a:moveTo>
                    <a:pt x="1748" y="1"/>
                  </a:moveTo>
                  <a:lnTo>
                    <a:pt x="0" y="2958"/>
                  </a:lnTo>
                  <a:lnTo>
                    <a:pt x="9409" y="12366"/>
                  </a:lnTo>
                  <a:lnTo>
                    <a:pt x="11022" y="9409"/>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115" name="Shape 115"/>
            <p:cNvSpPr/>
            <p:nvPr/>
          </p:nvSpPr>
          <p:spPr>
            <a:xfrm>
              <a:off x="2570075" y="3816800"/>
              <a:ext cx="275575" cy="305800"/>
            </a:xfrm>
            <a:custGeom>
              <a:avLst/>
              <a:gdLst/>
              <a:ahLst/>
              <a:cxnLst/>
              <a:rect l="0" t="0" r="0" b="0"/>
              <a:pathLst>
                <a:path w="11023" h="12232" extrusionOk="0">
                  <a:moveTo>
                    <a:pt x="1614" y="1"/>
                  </a:moveTo>
                  <a:lnTo>
                    <a:pt x="1" y="2957"/>
                  </a:lnTo>
                  <a:lnTo>
                    <a:pt x="9275" y="12232"/>
                  </a:lnTo>
                  <a:lnTo>
                    <a:pt x="11022" y="9275"/>
                  </a:lnTo>
                  <a:lnTo>
                    <a:pt x="1614" y="1"/>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116" name="Shape 116"/>
            <p:cNvSpPr/>
            <p:nvPr/>
          </p:nvSpPr>
          <p:spPr>
            <a:xfrm>
              <a:off x="711900" y="1962000"/>
              <a:ext cx="275550" cy="305800"/>
            </a:xfrm>
            <a:custGeom>
              <a:avLst/>
              <a:gdLst/>
              <a:ahLst/>
              <a:cxnLst/>
              <a:rect l="0" t="0" r="0" b="0"/>
              <a:pathLst>
                <a:path w="11022" h="12232" extrusionOk="0">
                  <a:moveTo>
                    <a:pt x="1748" y="0"/>
                  </a:moveTo>
                  <a:lnTo>
                    <a:pt x="0" y="2957"/>
                  </a:lnTo>
                  <a:lnTo>
                    <a:pt x="9409" y="12231"/>
                  </a:lnTo>
                  <a:lnTo>
                    <a:pt x="11022" y="9274"/>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117" name="Shape 117"/>
            <p:cNvSpPr/>
            <p:nvPr/>
          </p:nvSpPr>
          <p:spPr>
            <a:xfrm>
              <a:off x="2603675" y="37563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118" name="Shape 118"/>
            <p:cNvSpPr/>
            <p:nvPr/>
          </p:nvSpPr>
          <p:spPr>
            <a:xfrm>
              <a:off x="748850" y="1898150"/>
              <a:ext cx="275575" cy="309150"/>
            </a:xfrm>
            <a:custGeom>
              <a:avLst/>
              <a:gdLst/>
              <a:ahLst/>
              <a:cxnLst/>
              <a:rect l="0" t="0" r="0" b="0"/>
              <a:pathLst>
                <a:path w="11023" h="12366" extrusionOk="0">
                  <a:moveTo>
                    <a:pt x="1748" y="0"/>
                  </a:moveTo>
                  <a:lnTo>
                    <a:pt x="1" y="2957"/>
                  </a:lnTo>
                  <a:lnTo>
                    <a:pt x="9275" y="12366"/>
                  </a:lnTo>
                  <a:lnTo>
                    <a:pt x="11022" y="9409"/>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119" name="Shape 119"/>
            <p:cNvSpPr/>
            <p:nvPr/>
          </p:nvSpPr>
          <p:spPr>
            <a:xfrm>
              <a:off x="2640650" y="36924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120" name="Shape 120"/>
            <p:cNvSpPr/>
            <p:nvPr/>
          </p:nvSpPr>
          <p:spPr>
            <a:xfrm>
              <a:off x="785825" y="1837675"/>
              <a:ext cx="275550" cy="305800"/>
            </a:xfrm>
            <a:custGeom>
              <a:avLst/>
              <a:gdLst/>
              <a:ahLst/>
              <a:cxnLst/>
              <a:rect l="0" t="0" r="0" b="0"/>
              <a:pathLst>
                <a:path w="11022" h="12232" extrusionOk="0">
                  <a:moveTo>
                    <a:pt x="1613" y="0"/>
                  </a:moveTo>
                  <a:lnTo>
                    <a:pt x="0" y="2957"/>
                  </a:lnTo>
                  <a:lnTo>
                    <a:pt x="9275" y="12231"/>
                  </a:lnTo>
                  <a:lnTo>
                    <a:pt x="11022" y="9274"/>
                  </a:lnTo>
                  <a:lnTo>
                    <a:pt x="1613"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121" name="Shape 121"/>
            <p:cNvSpPr/>
            <p:nvPr/>
          </p:nvSpPr>
          <p:spPr>
            <a:xfrm>
              <a:off x="2677600" y="3632000"/>
              <a:ext cx="275575" cy="305800"/>
            </a:xfrm>
            <a:custGeom>
              <a:avLst/>
              <a:gdLst/>
              <a:ahLst/>
              <a:cxnLst/>
              <a:rect l="0" t="0" r="0" b="0"/>
              <a:pathLst>
                <a:path w="11023" h="12232" extrusionOk="0">
                  <a:moveTo>
                    <a:pt x="1614" y="0"/>
                  </a:moveTo>
                  <a:lnTo>
                    <a:pt x="1" y="2957"/>
                  </a:lnTo>
                  <a:lnTo>
                    <a:pt x="9275" y="12231"/>
                  </a:lnTo>
                  <a:lnTo>
                    <a:pt x="11022" y="9274"/>
                  </a:lnTo>
                  <a:lnTo>
                    <a:pt x="1614"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122" name="Shape 122"/>
            <p:cNvSpPr/>
            <p:nvPr/>
          </p:nvSpPr>
          <p:spPr>
            <a:xfrm>
              <a:off x="819425" y="1777175"/>
              <a:ext cx="275550" cy="305800"/>
            </a:xfrm>
            <a:custGeom>
              <a:avLst/>
              <a:gdLst/>
              <a:ahLst/>
              <a:cxnLst/>
              <a:rect l="0" t="0" r="0" b="0"/>
              <a:pathLst>
                <a:path w="11022" h="12232" extrusionOk="0">
                  <a:moveTo>
                    <a:pt x="1748" y="1"/>
                  </a:moveTo>
                  <a:lnTo>
                    <a:pt x="0" y="2958"/>
                  </a:lnTo>
                  <a:lnTo>
                    <a:pt x="9275" y="12232"/>
                  </a:lnTo>
                  <a:lnTo>
                    <a:pt x="11022" y="9275"/>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123" name="Shape 123"/>
            <p:cNvSpPr/>
            <p:nvPr/>
          </p:nvSpPr>
          <p:spPr>
            <a:xfrm>
              <a:off x="2711200" y="35715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124" name="Shape 124"/>
            <p:cNvSpPr/>
            <p:nvPr/>
          </p:nvSpPr>
          <p:spPr>
            <a:xfrm>
              <a:off x="856375" y="1713350"/>
              <a:ext cx="275575" cy="309150"/>
            </a:xfrm>
            <a:custGeom>
              <a:avLst/>
              <a:gdLst/>
              <a:ahLst/>
              <a:cxnLst/>
              <a:rect l="0" t="0" r="0" b="0"/>
              <a:pathLst>
                <a:path w="11023" h="12366" extrusionOk="0">
                  <a:moveTo>
                    <a:pt x="1614" y="0"/>
                  </a:moveTo>
                  <a:lnTo>
                    <a:pt x="1" y="2957"/>
                  </a:lnTo>
                  <a:lnTo>
                    <a:pt x="9275" y="12366"/>
                  </a:lnTo>
                  <a:lnTo>
                    <a:pt x="11022" y="9409"/>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125" name="Shape 125"/>
            <p:cNvSpPr/>
            <p:nvPr/>
          </p:nvSpPr>
          <p:spPr>
            <a:xfrm>
              <a:off x="890000" y="1652850"/>
              <a:ext cx="275550" cy="305800"/>
            </a:xfrm>
            <a:custGeom>
              <a:avLst/>
              <a:gdLst/>
              <a:ahLst/>
              <a:cxnLst/>
              <a:rect l="0" t="0" r="0" b="0"/>
              <a:pathLst>
                <a:path w="11022" h="12232" extrusionOk="0">
                  <a:moveTo>
                    <a:pt x="1747" y="1"/>
                  </a:moveTo>
                  <a:lnTo>
                    <a:pt x="0" y="2958"/>
                  </a:lnTo>
                  <a:lnTo>
                    <a:pt x="9409" y="12232"/>
                  </a:lnTo>
                  <a:lnTo>
                    <a:pt x="11021" y="9275"/>
                  </a:lnTo>
                  <a:lnTo>
                    <a:pt x="1747"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126" name="Shape 126"/>
            <p:cNvSpPr/>
            <p:nvPr/>
          </p:nvSpPr>
          <p:spPr>
            <a:xfrm>
              <a:off x="2748175" y="3511025"/>
              <a:ext cx="275550" cy="305800"/>
            </a:xfrm>
            <a:custGeom>
              <a:avLst/>
              <a:gdLst/>
              <a:ahLst/>
              <a:cxnLst/>
              <a:rect l="0" t="0" r="0" b="0"/>
              <a:pathLst>
                <a:path w="11022" h="12232" extrusionOk="0">
                  <a:moveTo>
                    <a:pt x="1613" y="1"/>
                  </a:moveTo>
                  <a:lnTo>
                    <a:pt x="0" y="2823"/>
                  </a:lnTo>
                  <a:lnTo>
                    <a:pt x="9274" y="12232"/>
                  </a:lnTo>
                  <a:lnTo>
                    <a:pt x="11022" y="9275"/>
                  </a:lnTo>
                  <a:lnTo>
                    <a:pt x="1613"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127" name="Shape 127"/>
            <p:cNvSpPr/>
            <p:nvPr/>
          </p:nvSpPr>
          <p:spPr>
            <a:xfrm>
              <a:off x="2781775" y="3447175"/>
              <a:ext cx="275550" cy="305800"/>
            </a:xfrm>
            <a:custGeom>
              <a:avLst/>
              <a:gdLst/>
              <a:ahLst/>
              <a:cxnLst/>
              <a:rect l="0" t="0" r="0" b="0"/>
              <a:pathLst>
                <a:path w="11022" h="12232" extrusionOk="0">
                  <a:moveTo>
                    <a:pt x="1748" y="1"/>
                  </a:moveTo>
                  <a:lnTo>
                    <a:pt x="0" y="2958"/>
                  </a:lnTo>
                  <a:lnTo>
                    <a:pt x="9409" y="12232"/>
                  </a:lnTo>
                  <a:lnTo>
                    <a:pt x="11022" y="9409"/>
                  </a:lnTo>
                  <a:lnTo>
                    <a:pt x="1748"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128" name="Shape 128"/>
            <p:cNvSpPr/>
            <p:nvPr/>
          </p:nvSpPr>
          <p:spPr>
            <a:xfrm>
              <a:off x="926950" y="1592375"/>
              <a:ext cx="275550" cy="305800"/>
            </a:xfrm>
            <a:custGeom>
              <a:avLst/>
              <a:gdLst/>
              <a:ahLst/>
              <a:cxnLst/>
              <a:rect l="0" t="0" r="0" b="0"/>
              <a:pathLst>
                <a:path w="11022" h="12232" extrusionOk="0">
                  <a:moveTo>
                    <a:pt x="1613" y="1"/>
                  </a:moveTo>
                  <a:lnTo>
                    <a:pt x="1" y="2957"/>
                  </a:lnTo>
                  <a:lnTo>
                    <a:pt x="9275" y="12231"/>
                  </a:lnTo>
                  <a:lnTo>
                    <a:pt x="11022" y="9275"/>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129" name="Shape 129"/>
            <p:cNvSpPr/>
            <p:nvPr/>
          </p:nvSpPr>
          <p:spPr>
            <a:xfrm>
              <a:off x="960550" y="1531900"/>
              <a:ext cx="275550" cy="305800"/>
            </a:xfrm>
            <a:custGeom>
              <a:avLst/>
              <a:gdLst/>
              <a:ahLst/>
              <a:cxnLst/>
              <a:rect l="0" t="0" r="0" b="0"/>
              <a:pathLst>
                <a:path w="11022" h="12232" extrusionOk="0">
                  <a:moveTo>
                    <a:pt x="1748" y="0"/>
                  </a:moveTo>
                  <a:lnTo>
                    <a:pt x="1" y="2823"/>
                  </a:lnTo>
                  <a:lnTo>
                    <a:pt x="9409" y="12231"/>
                  </a:lnTo>
                  <a:lnTo>
                    <a:pt x="11022" y="9274"/>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130" name="Shape 130"/>
            <p:cNvSpPr/>
            <p:nvPr/>
          </p:nvSpPr>
          <p:spPr>
            <a:xfrm>
              <a:off x="2818725" y="3386700"/>
              <a:ext cx="275575" cy="305800"/>
            </a:xfrm>
            <a:custGeom>
              <a:avLst/>
              <a:gdLst/>
              <a:ahLst/>
              <a:cxnLst/>
              <a:rect l="0" t="0" r="0" b="0"/>
              <a:pathLst>
                <a:path w="11023" h="12232" extrusionOk="0">
                  <a:moveTo>
                    <a:pt x="1614" y="1"/>
                  </a:moveTo>
                  <a:lnTo>
                    <a:pt x="1" y="2957"/>
                  </a:lnTo>
                  <a:lnTo>
                    <a:pt x="9275" y="12231"/>
                  </a:lnTo>
                  <a:lnTo>
                    <a:pt x="11022" y="9275"/>
                  </a:lnTo>
                  <a:lnTo>
                    <a:pt x="1614" y="1"/>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131" name="Shape 131"/>
            <p:cNvSpPr/>
            <p:nvPr/>
          </p:nvSpPr>
          <p:spPr>
            <a:xfrm>
              <a:off x="997525" y="1468050"/>
              <a:ext cx="322600" cy="305800"/>
            </a:xfrm>
            <a:custGeom>
              <a:avLst/>
              <a:gdLst/>
              <a:ahLst/>
              <a:cxnLst/>
              <a:rect l="0" t="0" r="0" b="0"/>
              <a:pathLst>
                <a:path w="12904" h="12232" extrusionOk="0">
                  <a:moveTo>
                    <a:pt x="1747" y="0"/>
                  </a:moveTo>
                  <a:lnTo>
                    <a:pt x="0" y="2957"/>
                  </a:lnTo>
                  <a:lnTo>
                    <a:pt x="9274" y="12231"/>
                  </a:lnTo>
                  <a:lnTo>
                    <a:pt x="9946" y="11291"/>
                  </a:lnTo>
                  <a:lnTo>
                    <a:pt x="12903" y="11291"/>
                  </a:lnTo>
                  <a:lnTo>
                    <a:pt x="1747"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132" name="Shape 132"/>
            <p:cNvSpPr/>
            <p:nvPr/>
          </p:nvSpPr>
          <p:spPr>
            <a:xfrm>
              <a:off x="2852325" y="33262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133" name="Shape 133"/>
            <p:cNvSpPr/>
            <p:nvPr/>
          </p:nvSpPr>
          <p:spPr>
            <a:xfrm>
              <a:off x="1034475" y="1431100"/>
              <a:ext cx="383075" cy="319225"/>
            </a:xfrm>
            <a:custGeom>
              <a:avLst/>
              <a:gdLst/>
              <a:ahLst/>
              <a:cxnLst/>
              <a:rect l="0" t="0" r="0" b="0"/>
              <a:pathLst>
                <a:path w="15323" h="12769" extrusionOk="0">
                  <a:moveTo>
                    <a:pt x="1076" y="0"/>
                  </a:moveTo>
                  <a:lnTo>
                    <a:pt x="1" y="2016"/>
                  </a:lnTo>
                  <a:lnTo>
                    <a:pt x="10619" y="12769"/>
                  </a:lnTo>
                  <a:lnTo>
                    <a:pt x="15323" y="12769"/>
                  </a:lnTo>
                  <a:lnTo>
                    <a:pt x="2554"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134" name="Shape 134"/>
            <p:cNvSpPr/>
            <p:nvPr/>
          </p:nvSpPr>
          <p:spPr>
            <a:xfrm>
              <a:off x="2889300" y="32623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a:off x="10781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136" name="Shape 136"/>
            <p:cNvSpPr/>
            <p:nvPr/>
          </p:nvSpPr>
          <p:spPr>
            <a:xfrm>
              <a:off x="2926250" y="32019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137" name="Shape 137"/>
            <p:cNvSpPr/>
            <p:nvPr/>
          </p:nvSpPr>
          <p:spPr>
            <a:xfrm>
              <a:off x="1175600" y="1431100"/>
              <a:ext cx="436850" cy="319225"/>
            </a:xfrm>
            <a:custGeom>
              <a:avLst/>
              <a:gdLst/>
              <a:ahLst/>
              <a:cxnLst/>
              <a:rect l="0" t="0" r="0" b="0"/>
              <a:pathLst>
                <a:path w="17474" h="12769" extrusionOk="0">
                  <a:moveTo>
                    <a:pt x="1" y="0"/>
                  </a:moveTo>
                  <a:lnTo>
                    <a:pt x="12769" y="12769"/>
                  </a:lnTo>
                  <a:lnTo>
                    <a:pt x="17474" y="12769"/>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138" name="Shape 138"/>
            <p:cNvSpPr/>
            <p:nvPr/>
          </p:nvSpPr>
          <p:spPr>
            <a:xfrm>
              <a:off x="2959850" y="31414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139" name="Shape 139"/>
            <p:cNvSpPr/>
            <p:nvPr/>
          </p:nvSpPr>
          <p:spPr>
            <a:xfrm>
              <a:off x="2996825" y="3077575"/>
              <a:ext cx="275550" cy="309150"/>
            </a:xfrm>
            <a:custGeom>
              <a:avLst/>
              <a:gdLst/>
              <a:ahLst/>
              <a:cxnLst/>
              <a:rect l="0" t="0" r="0" b="0"/>
              <a:pathLst>
                <a:path w="11022" h="12366" extrusionOk="0">
                  <a:moveTo>
                    <a:pt x="1613" y="0"/>
                  </a:moveTo>
                  <a:lnTo>
                    <a:pt x="0" y="2957"/>
                  </a:lnTo>
                  <a:lnTo>
                    <a:pt x="9275" y="12366"/>
                  </a:lnTo>
                  <a:lnTo>
                    <a:pt x="11022" y="9409"/>
                  </a:lnTo>
                  <a:lnTo>
                    <a:pt x="1613"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140" name="Shape 140"/>
            <p:cNvSpPr/>
            <p:nvPr/>
          </p:nvSpPr>
          <p:spPr>
            <a:xfrm>
              <a:off x="1273050" y="1431100"/>
              <a:ext cx="433500" cy="319225"/>
            </a:xfrm>
            <a:custGeom>
              <a:avLst/>
              <a:gdLst/>
              <a:ahLst/>
              <a:cxnLst/>
              <a:rect l="0" t="0" r="0" b="0"/>
              <a:pathLst>
                <a:path w="17340" h="12769" extrusionOk="0">
                  <a:moveTo>
                    <a:pt x="0" y="0"/>
                  </a:moveTo>
                  <a:lnTo>
                    <a:pt x="12769" y="12769"/>
                  </a:lnTo>
                  <a:lnTo>
                    <a:pt x="17339" y="12769"/>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141" name="Shape 141"/>
            <p:cNvSpPr/>
            <p:nvPr/>
          </p:nvSpPr>
          <p:spPr>
            <a:xfrm>
              <a:off x="1370500" y="1431100"/>
              <a:ext cx="433475" cy="319225"/>
            </a:xfrm>
            <a:custGeom>
              <a:avLst/>
              <a:gdLst/>
              <a:ahLst/>
              <a:cxnLst/>
              <a:rect l="0" t="0" r="0" b="0"/>
              <a:pathLst>
                <a:path w="17339" h="12769" extrusionOk="0">
                  <a:moveTo>
                    <a:pt x="0" y="0"/>
                  </a:moveTo>
                  <a:lnTo>
                    <a:pt x="12769" y="12769"/>
                  </a:lnTo>
                  <a:lnTo>
                    <a:pt x="17339" y="12769"/>
                  </a:lnTo>
                  <a:lnTo>
                    <a:pt x="4705"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142" name="Shape 142"/>
            <p:cNvSpPr/>
            <p:nvPr/>
          </p:nvSpPr>
          <p:spPr>
            <a:xfrm>
              <a:off x="3030425" y="3017075"/>
              <a:ext cx="275550" cy="305800"/>
            </a:xfrm>
            <a:custGeom>
              <a:avLst/>
              <a:gdLst/>
              <a:ahLst/>
              <a:cxnLst/>
              <a:rect l="0" t="0" r="0" b="0"/>
              <a:pathLst>
                <a:path w="11022" h="12232" extrusionOk="0">
                  <a:moveTo>
                    <a:pt x="1748" y="1"/>
                  </a:moveTo>
                  <a:lnTo>
                    <a:pt x="1" y="2958"/>
                  </a:lnTo>
                  <a:lnTo>
                    <a:pt x="9409" y="12232"/>
                  </a:lnTo>
                  <a:lnTo>
                    <a:pt x="11022" y="9275"/>
                  </a:lnTo>
                  <a:lnTo>
                    <a:pt x="1748" y="1"/>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143" name="Shape 143"/>
            <p:cNvSpPr/>
            <p:nvPr/>
          </p:nvSpPr>
          <p:spPr>
            <a:xfrm>
              <a:off x="1467950" y="143110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144" name="Shape 144"/>
            <p:cNvSpPr/>
            <p:nvPr/>
          </p:nvSpPr>
          <p:spPr>
            <a:xfrm>
              <a:off x="3067375" y="2956600"/>
              <a:ext cx="275575" cy="305800"/>
            </a:xfrm>
            <a:custGeom>
              <a:avLst/>
              <a:gdLst/>
              <a:ahLst/>
              <a:cxnLst/>
              <a:rect l="0" t="0" r="0" b="0"/>
              <a:pathLst>
                <a:path w="11023" h="12232" extrusionOk="0">
                  <a:moveTo>
                    <a:pt x="1614" y="0"/>
                  </a:moveTo>
                  <a:lnTo>
                    <a:pt x="1" y="2957"/>
                  </a:lnTo>
                  <a:lnTo>
                    <a:pt x="9275" y="12231"/>
                  </a:lnTo>
                  <a:lnTo>
                    <a:pt x="11022" y="9275"/>
                  </a:lnTo>
                  <a:lnTo>
                    <a:pt x="1614"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145" name="Shape 145"/>
            <p:cNvSpPr/>
            <p:nvPr/>
          </p:nvSpPr>
          <p:spPr>
            <a:xfrm>
              <a:off x="156537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146" name="Shape 146"/>
            <p:cNvSpPr/>
            <p:nvPr/>
          </p:nvSpPr>
          <p:spPr>
            <a:xfrm>
              <a:off x="3101000" y="2896125"/>
              <a:ext cx="275550" cy="305800"/>
            </a:xfrm>
            <a:custGeom>
              <a:avLst/>
              <a:gdLst/>
              <a:ahLst/>
              <a:cxnLst/>
              <a:rect l="0" t="0" r="0" b="0"/>
              <a:pathLst>
                <a:path w="11022" h="12232" extrusionOk="0">
                  <a:moveTo>
                    <a:pt x="1747" y="0"/>
                  </a:moveTo>
                  <a:lnTo>
                    <a:pt x="0" y="2823"/>
                  </a:lnTo>
                  <a:lnTo>
                    <a:pt x="9409" y="12231"/>
                  </a:lnTo>
                  <a:lnTo>
                    <a:pt x="11021" y="9274"/>
                  </a:lnTo>
                  <a:lnTo>
                    <a:pt x="1747"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147" name="Shape 147"/>
            <p:cNvSpPr/>
            <p:nvPr/>
          </p:nvSpPr>
          <p:spPr>
            <a:xfrm>
              <a:off x="3137950" y="2802025"/>
              <a:ext cx="275550" cy="336050"/>
            </a:xfrm>
            <a:custGeom>
              <a:avLst/>
              <a:gdLst/>
              <a:ahLst/>
              <a:cxnLst/>
              <a:rect l="0" t="0" r="0" b="0"/>
              <a:pathLst>
                <a:path w="11022" h="13442" extrusionOk="0">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148" name="Shape 148"/>
            <p:cNvSpPr/>
            <p:nvPr/>
          </p:nvSpPr>
          <p:spPr>
            <a:xfrm>
              <a:off x="166282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149" name="Shape 149"/>
            <p:cNvSpPr/>
            <p:nvPr/>
          </p:nvSpPr>
          <p:spPr>
            <a:xfrm>
              <a:off x="3006900" y="2573550"/>
              <a:ext cx="440200" cy="504050"/>
            </a:xfrm>
            <a:custGeom>
              <a:avLst/>
              <a:gdLst/>
              <a:ahLst/>
              <a:cxnLst/>
              <a:rect l="0" t="0" r="0" b="0"/>
              <a:pathLst>
                <a:path w="17608" h="20162" extrusionOk="0">
                  <a:moveTo>
                    <a:pt x="404" y="0"/>
                  </a:moveTo>
                  <a:lnTo>
                    <a:pt x="1" y="269"/>
                  </a:lnTo>
                  <a:lnTo>
                    <a:pt x="5243" y="9543"/>
                  </a:lnTo>
                  <a:lnTo>
                    <a:pt x="15995" y="20161"/>
                  </a:lnTo>
                  <a:lnTo>
                    <a:pt x="17608" y="17204"/>
                  </a:lnTo>
                  <a:lnTo>
                    <a:pt x="404"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150" name="Shape 150"/>
            <p:cNvSpPr/>
            <p:nvPr/>
          </p:nvSpPr>
          <p:spPr>
            <a:xfrm>
              <a:off x="1760275" y="1431100"/>
              <a:ext cx="433500" cy="319225"/>
            </a:xfrm>
            <a:custGeom>
              <a:avLst/>
              <a:gdLst/>
              <a:ahLst/>
              <a:cxnLst/>
              <a:rect l="0" t="0" r="0" b="0"/>
              <a:pathLst>
                <a:path w="17340" h="12769" extrusionOk="0">
                  <a:moveTo>
                    <a:pt x="1" y="0"/>
                  </a:moveTo>
                  <a:lnTo>
                    <a:pt x="12635" y="12769"/>
                  </a:lnTo>
                  <a:lnTo>
                    <a:pt x="17339" y="12769"/>
                  </a:lnTo>
                  <a:lnTo>
                    <a:pt x="4570"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151" name="Shape 151"/>
            <p:cNvSpPr/>
            <p:nvPr/>
          </p:nvSpPr>
          <p:spPr>
            <a:xfrm>
              <a:off x="18543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152" name="Shape 152"/>
            <p:cNvSpPr/>
            <p:nvPr/>
          </p:nvSpPr>
          <p:spPr>
            <a:xfrm>
              <a:off x="2872500" y="2345050"/>
              <a:ext cx="611575" cy="672050"/>
            </a:xfrm>
            <a:custGeom>
              <a:avLst/>
              <a:gdLst/>
              <a:ahLst/>
              <a:cxnLst/>
              <a:rect l="0" t="0" r="0" b="0"/>
              <a:pathLst>
                <a:path w="24463" h="26882" extrusionOk="0">
                  <a:moveTo>
                    <a:pt x="538" y="1"/>
                  </a:moveTo>
                  <a:lnTo>
                    <a:pt x="0" y="269"/>
                  </a:lnTo>
                  <a:lnTo>
                    <a:pt x="5377" y="9409"/>
                  </a:lnTo>
                  <a:lnTo>
                    <a:pt x="22715" y="26882"/>
                  </a:lnTo>
                  <a:lnTo>
                    <a:pt x="24462" y="23925"/>
                  </a:lnTo>
                  <a:lnTo>
                    <a:pt x="538" y="1"/>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153" name="Shape 153"/>
            <p:cNvSpPr/>
            <p:nvPr/>
          </p:nvSpPr>
          <p:spPr>
            <a:xfrm>
              <a:off x="2741450" y="2113200"/>
              <a:ext cx="779575" cy="843425"/>
            </a:xfrm>
            <a:custGeom>
              <a:avLst/>
              <a:gdLst/>
              <a:ahLst/>
              <a:cxnLst/>
              <a:rect l="0" t="0" r="0" b="0"/>
              <a:pathLst>
                <a:path w="31183" h="33737" extrusionOk="0">
                  <a:moveTo>
                    <a:pt x="404" y="0"/>
                  </a:moveTo>
                  <a:lnTo>
                    <a:pt x="0" y="404"/>
                  </a:lnTo>
                  <a:lnTo>
                    <a:pt x="5242" y="9543"/>
                  </a:lnTo>
                  <a:lnTo>
                    <a:pt x="29436" y="33736"/>
                  </a:lnTo>
                  <a:lnTo>
                    <a:pt x="31183" y="30780"/>
                  </a:lnTo>
                  <a:lnTo>
                    <a:pt x="404"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154" name="Shape 154"/>
            <p:cNvSpPr/>
            <p:nvPr/>
          </p:nvSpPr>
          <p:spPr>
            <a:xfrm>
              <a:off x="195180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155" name="Shape 155"/>
            <p:cNvSpPr/>
            <p:nvPr/>
          </p:nvSpPr>
          <p:spPr>
            <a:xfrm>
              <a:off x="204925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156" name="Shape 156"/>
            <p:cNvSpPr/>
            <p:nvPr/>
          </p:nvSpPr>
          <p:spPr>
            <a:xfrm>
              <a:off x="2610400" y="1884700"/>
              <a:ext cx="924075" cy="1008075"/>
            </a:xfrm>
            <a:custGeom>
              <a:avLst/>
              <a:gdLst/>
              <a:ahLst/>
              <a:cxnLst/>
              <a:rect l="0" t="0" r="0" b="0"/>
              <a:pathLst>
                <a:path w="36963" h="40323" extrusionOk="0">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157" name="Shape 157"/>
            <p:cNvSpPr/>
            <p:nvPr/>
          </p:nvSpPr>
          <p:spPr>
            <a:xfrm>
              <a:off x="2146700" y="1431100"/>
              <a:ext cx="1307125" cy="1297025"/>
            </a:xfrm>
            <a:custGeom>
              <a:avLst/>
              <a:gdLst/>
              <a:ahLst/>
              <a:cxnLst/>
              <a:rect l="0" t="0" r="0" b="0"/>
              <a:pathLst>
                <a:path w="52285" h="51881" extrusionOk="0">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158" name="Shape 158"/>
            <p:cNvSpPr/>
            <p:nvPr/>
          </p:nvSpPr>
          <p:spPr>
            <a:xfrm>
              <a:off x="2244150" y="1431100"/>
              <a:ext cx="1075275" cy="1065175"/>
            </a:xfrm>
            <a:custGeom>
              <a:avLst/>
              <a:gdLst/>
              <a:ahLst/>
              <a:cxnLst/>
              <a:rect l="0" t="0" r="0" b="0"/>
              <a:pathLst>
                <a:path w="43011" h="42607" extrusionOk="0">
                  <a:moveTo>
                    <a:pt x="0" y="0"/>
                  </a:moveTo>
                  <a:lnTo>
                    <a:pt x="42607" y="42607"/>
                  </a:lnTo>
                  <a:lnTo>
                    <a:pt x="43011" y="42338"/>
                  </a:lnTo>
                  <a:lnTo>
                    <a:pt x="37769" y="33064"/>
                  </a:lnTo>
                  <a:lnTo>
                    <a:pt x="4570"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159" name="Shape 159"/>
            <p:cNvSpPr/>
            <p:nvPr/>
          </p:nvSpPr>
          <p:spPr>
            <a:xfrm>
              <a:off x="2341575" y="1431100"/>
              <a:ext cx="846800" cy="836700"/>
            </a:xfrm>
            <a:custGeom>
              <a:avLst/>
              <a:gdLst/>
              <a:ahLst/>
              <a:cxnLst/>
              <a:rect l="0" t="0" r="0" b="0"/>
              <a:pathLst>
                <a:path w="33872" h="33468" extrusionOk="0">
                  <a:moveTo>
                    <a:pt x="1" y="0"/>
                  </a:moveTo>
                  <a:lnTo>
                    <a:pt x="33468" y="33467"/>
                  </a:lnTo>
                  <a:lnTo>
                    <a:pt x="33872" y="33198"/>
                  </a:lnTo>
                  <a:lnTo>
                    <a:pt x="28495" y="23924"/>
                  </a:lnTo>
                  <a:lnTo>
                    <a:pt x="4571"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160" name="Shape 160"/>
            <p:cNvSpPr/>
            <p:nvPr/>
          </p:nvSpPr>
          <p:spPr>
            <a:xfrm>
              <a:off x="2439025" y="1431100"/>
              <a:ext cx="618300" cy="608200"/>
            </a:xfrm>
            <a:custGeom>
              <a:avLst/>
              <a:gdLst/>
              <a:ahLst/>
              <a:cxnLst/>
              <a:rect l="0" t="0" r="0" b="0"/>
              <a:pathLst>
                <a:path w="24732" h="24328" extrusionOk="0">
                  <a:moveTo>
                    <a:pt x="1" y="0"/>
                  </a:moveTo>
                  <a:lnTo>
                    <a:pt x="24194" y="24328"/>
                  </a:lnTo>
                  <a:lnTo>
                    <a:pt x="24732" y="23924"/>
                  </a:lnTo>
                  <a:lnTo>
                    <a:pt x="19355" y="14785"/>
                  </a:lnTo>
                  <a:lnTo>
                    <a:pt x="4571"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161" name="Shape 161"/>
            <p:cNvSpPr/>
            <p:nvPr/>
          </p:nvSpPr>
          <p:spPr>
            <a:xfrm>
              <a:off x="2533125" y="1431100"/>
              <a:ext cx="389800" cy="376350"/>
            </a:xfrm>
            <a:custGeom>
              <a:avLst/>
              <a:gdLst/>
              <a:ahLst/>
              <a:cxnLst/>
              <a:rect l="0" t="0" r="0" b="0"/>
              <a:pathLst>
                <a:path w="15592" h="15054" extrusionOk="0">
                  <a:moveTo>
                    <a:pt x="0" y="0"/>
                  </a:moveTo>
                  <a:lnTo>
                    <a:pt x="15188" y="15054"/>
                  </a:lnTo>
                  <a:lnTo>
                    <a:pt x="15591" y="14785"/>
                  </a:lnTo>
                  <a:lnTo>
                    <a:pt x="10350"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162" name="Shape 162"/>
            <p:cNvSpPr/>
            <p:nvPr/>
          </p:nvSpPr>
          <p:spPr>
            <a:xfrm>
              <a:off x="2630575" y="1431100"/>
              <a:ext cx="161300" cy="147850"/>
            </a:xfrm>
            <a:custGeom>
              <a:avLst/>
              <a:gdLst/>
              <a:ahLst/>
              <a:cxnLst/>
              <a:rect l="0" t="0" r="0" b="0"/>
              <a:pathLst>
                <a:path w="6452" h="5914" extrusionOk="0">
                  <a:moveTo>
                    <a:pt x="0" y="0"/>
                  </a:moveTo>
                  <a:lnTo>
                    <a:pt x="6048" y="5914"/>
                  </a:lnTo>
                  <a:lnTo>
                    <a:pt x="6452" y="5645"/>
                  </a:lnTo>
                  <a:lnTo>
                    <a:pt x="3226"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163" name="Shape 163"/>
          <p:cNvSpPr/>
          <p:nvPr/>
        </p:nvSpPr>
        <p:spPr>
          <a:xfrm rot="10800000" flipH="1">
            <a:off x="5010533" y="4576647"/>
            <a:ext cx="1032900" cy="894600"/>
          </a:xfrm>
          <a:prstGeom prst="hexagon">
            <a:avLst>
              <a:gd name="adj" fmla="val 28678"/>
              <a:gd name="vf" fmla="val 115470"/>
            </a:avLst>
          </a:prstGeom>
          <a:noFill/>
          <a:ln w="19050" cap="flat"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64" name="Shape 164"/>
          <p:cNvSpPr/>
          <p:nvPr/>
        </p:nvSpPr>
        <p:spPr>
          <a:xfrm rot="10800000" flipH="1">
            <a:off x="5133679" y="4056450"/>
            <a:ext cx="540000" cy="467399"/>
          </a:xfrm>
          <a:prstGeom prst="hexagon">
            <a:avLst>
              <a:gd name="adj" fmla="val 28678"/>
              <a:gd name="vf" fmla="val 115470"/>
            </a:avLst>
          </a:prstGeom>
          <a:solidFill>
            <a:srgbClr val="3292E1"/>
          </a:solidFill>
          <a:ln>
            <a:noFill/>
          </a:ln>
        </p:spPr>
        <p:txBody>
          <a:bodyPr lIns="91425" tIns="91425" rIns="91425" bIns="91425" anchor="ctr" anchorCtr="0">
            <a:noAutofit/>
          </a:bodyPr>
          <a:lstStyle/>
          <a:p>
            <a:pPr lvl="0">
              <a:spcBef>
                <a:spcPts val="0"/>
              </a:spcBef>
              <a:buNone/>
            </a:pPr>
            <a:endParaRPr/>
          </a:p>
        </p:txBody>
      </p:sp>
      <p:sp>
        <p:nvSpPr>
          <p:cNvPr id="165" name="Shape 165"/>
          <p:cNvSpPr/>
          <p:nvPr/>
        </p:nvSpPr>
        <p:spPr>
          <a:xfrm rot="10800000" flipH="1">
            <a:off x="3101709" y="3629719"/>
            <a:ext cx="1032900" cy="894000"/>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166" name="Shape 166"/>
          <p:cNvSpPr/>
          <p:nvPr/>
        </p:nvSpPr>
        <p:spPr>
          <a:xfrm rot="10800000" flipH="1">
            <a:off x="3530384" y="4576661"/>
            <a:ext cx="452100" cy="391200"/>
          </a:xfrm>
          <a:prstGeom prst="hexagon">
            <a:avLst>
              <a:gd name="adj" fmla="val 28678"/>
              <a:gd name="vf" fmla="val 115470"/>
            </a:avLst>
          </a:prstGeom>
          <a:noFill/>
          <a:ln w="19050" cap="flat" cmpd="sng">
            <a:solidFill>
              <a:srgbClr val="00E1C6"/>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67" name="Shape 167"/>
          <p:cNvSpPr/>
          <p:nvPr/>
        </p:nvSpPr>
        <p:spPr>
          <a:xfrm>
            <a:off x="5370704" y="4867760"/>
            <a:ext cx="312502" cy="312484"/>
          </a:xfrm>
          <a:custGeom>
            <a:avLst/>
            <a:gdLst/>
            <a:ahLst/>
            <a:cxnLst/>
            <a:rect l="0" t="0" r="0" b="0"/>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nvGrpSpPr>
          <p:cNvPr id="168" name="Shape 168"/>
          <p:cNvGrpSpPr/>
          <p:nvPr/>
        </p:nvGrpSpPr>
        <p:grpSpPr>
          <a:xfrm>
            <a:off x="5772008" y="4056440"/>
            <a:ext cx="573942" cy="550550"/>
            <a:chOff x="5241175" y="4959100"/>
            <a:chExt cx="539775" cy="517775"/>
          </a:xfrm>
        </p:grpSpPr>
        <p:sp>
          <p:nvSpPr>
            <p:cNvPr id="169" name="Shape 169"/>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170" name="Shape 170"/>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171" name="Shape 171"/>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172" name="Shape 172"/>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173" name="Shape 173"/>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174" name="Shape 174"/>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175" name="Shape 175"/>
          <p:cNvSpPr/>
          <p:nvPr/>
        </p:nvSpPr>
        <p:spPr>
          <a:xfrm>
            <a:off x="3429208" y="3904791"/>
            <a:ext cx="377838" cy="343684"/>
          </a:xfrm>
          <a:custGeom>
            <a:avLst/>
            <a:gdLst/>
            <a:ahLst/>
            <a:cxnLst/>
            <a:rect l="0" t="0" r="0" b="0"/>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lIns="91425" tIns="91425" rIns="91425" bIns="91425" anchor="ctr" anchorCtr="0">
            <a:noAutofit/>
          </a:bodyPr>
          <a:lstStyle/>
          <a:p>
            <a:pPr lvl="0">
              <a:spcBef>
                <a:spcPts val="0"/>
              </a:spcBef>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ubtitle">
    <p:spTree>
      <p:nvGrpSpPr>
        <p:cNvPr id="1" name="Shape 176"/>
        <p:cNvGrpSpPr/>
        <p:nvPr/>
      </p:nvGrpSpPr>
      <p:grpSpPr>
        <a:xfrm>
          <a:off x="0" y="0"/>
          <a:ext cx="0" cy="0"/>
          <a:chOff x="0" y="0"/>
          <a:chExt cx="0" cy="0"/>
        </a:xfrm>
      </p:grpSpPr>
      <p:sp>
        <p:nvSpPr>
          <p:cNvPr id="177" name="Shape 177"/>
          <p:cNvSpPr txBox="1">
            <a:spLocks noGrp="1"/>
          </p:cNvSpPr>
          <p:nvPr>
            <p:ph type="ctrTitle"/>
          </p:nvPr>
        </p:nvSpPr>
        <p:spPr>
          <a:xfrm>
            <a:off x="2743200" y="1735750"/>
            <a:ext cx="5638800" cy="1159799"/>
          </a:xfrm>
          <a:prstGeom prst="rect">
            <a:avLst/>
          </a:prstGeom>
        </p:spPr>
        <p:txBody>
          <a:bodyPr lIns="91425" tIns="91425" rIns="91425" bIns="91425" anchor="b" anchorCtr="0"/>
          <a:lstStyle>
            <a:lvl1pPr lvl="0" rtl="0">
              <a:spcBef>
                <a:spcPts val="0"/>
              </a:spcBef>
              <a:buSzPct val="100000"/>
              <a:defRPr sz="3600"/>
            </a:lvl1pPr>
            <a:lvl2pPr lvl="1" rtl="0">
              <a:spcBef>
                <a:spcPts val="0"/>
              </a:spcBef>
              <a:buSzPct val="100000"/>
              <a:defRPr sz="3600"/>
            </a:lvl2pPr>
            <a:lvl3pPr lvl="2" rtl="0">
              <a:spcBef>
                <a:spcPts val="0"/>
              </a:spcBef>
              <a:buSzPct val="100000"/>
              <a:defRPr sz="3600"/>
            </a:lvl3pPr>
            <a:lvl4pPr lvl="3" rtl="0">
              <a:spcBef>
                <a:spcPts val="0"/>
              </a:spcBef>
              <a:buSzPct val="100000"/>
              <a:defRPr sz="3600"/>
            </a:lvl4pPr>
            <a:lvl5pPr lvl="4" rtl="0">
              <a:spcBef>
                <a:spcPts val="0"/>
              </a:spcBef>
              <a:buSzPct val="100000"/>
              <a:defRPr sz="3600"/>
            </a:lvl5pPr>
            <a:lvl6pPr lvl="5" rtl="0">
              <a:spcBef>
                <a:spcPts val="0"/>
              </a:spcBef>
              <a:buSzPct val="100000"/>
              <a:defRPr sz="3600"/>
            </a:lvl6pPr>
            <a:lvl7pPr lvl="6" rtl="0">
              <a:spcBef>
                <a:spcPts val="0"/>
              </a:spcBef>
              <a:buSzPct val="100000"/>
              <a:defRPr sz="3600"/>
            </a:lvl7pPr>
            <a:lvl8pPr lvl="7" rtl="0">
              <a:spcBef>
                <a:spcPts val="0"/>
              </a:spcBef>
              <a:buSzPct val="100000"/>
              <a:defRPr sz="3600"/>
            </a:lvl8pPr>
            <a:lvl9pPr lvl="8" rtl="0">
              <a:spcBef>
                <a:spcPts val="0"/>
              </a:spcBef>
              <a:buSzPct val="100000"/>
              <a:defRPr sz="3600"/>
            </a:lvl9pPr>
          </a:lstStyle>
          <a:p>
            <a:endParaRPr/>
          </a:p>
        </p:txBody>
      </p:sp>
      <p:sp>
        <p:nvSpPr>
          <p:cNvPr id="178" name="Shape 178"/>
          <p:cNvSpPr txBox="1">
            <a:spLocks noGrp="1"/>
          </p:cNvSpPr>
          <p:nvPr>
            <p:ph type="subTitle" idx="1"/>
          </p:nvPr>
        </p:nvSpPr>
        <p:spPr>
          <a:xfrm>
            <a:off x="2743200" y="2821004"/>
            <a:ext cx="5696099" cy="784799"/>
          </a:xfrm>
          <a:prstGeom prst="rect">
            <a:avLst/>
          </a:prstGeom>
        </p:spPr>
        <p:txBody>
          <a:bodyPr lIns="91425" tIns="91425" rIns="91425" bIns="91425" anchor="t" anchorCtr="0"/>
          <a:lstStyle>
            <a:lvl1pPr lvl="0" rtl="0">
              <a:spcBef>
                <a:spcPts val="0"/>
              </a:spcBef>
              <a:buNone/>
              <a:defRPr/>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grpSp>
        <p:nvGrpSpPr>
          <p:cNvPr id="179" name="Shape 179"/>
          <p:cNvGrpSpPr/>
          <p:nvPr/>
        </p:nvGrpSpPr>
        <p:grpSpPr>
          <a:xfrm rot="10800000" flipH="1">
            <a:off x="421028" y="1677113"/>
            <a:ext cx="2064710" cy="1788689"/>
            <a:chOff x="4088875" y="1431100"/>
            <a:chExt cx="3293000" cy="2852775"/>
          </a:xfrm>
        </p:grpSpPr>
        <p:sp>
          <p:nvSpPr>
            <p:cNvPr id="180" name="Shape 180"/>
            <p:cNvSpPr/>
            <p:nvPr/>
          </p:nvSpPr>
          <p:spPr>
            <a:xfrm>
              <a:off x="4831475" y="4136025"/>
              <a:ext cx="157950" cy="147850"/>
            </a:xfrm>
            <a:custGeom>
              <a:avLst/>
              <a:gdLst/>
              <a:ahLst/>
              <a:cxnLst/>
              <a:rect l="0" t="0" r="0" b="0"/>
              <a:pathLst>
                <a:path w="6318" h="5914" extrusionOk="0">
                  <a:moveTo>
                    <a:pt x="404" y="0"/>
                  </a:moveTo>
                  <a:lnTo>
                    <a:pt x="1" y="269"/>
                  </a:lnTo>
                  <a:lnTo>
                    <a:pt x="3227" y="5914"/>
                  </a:lnTo>
                  <a:lnTo>
                    <a:pt x="6318" y="5914"/>
                  </a:lnTo>
                  <a:lnTo>
                    <a:pt x="404"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181" name="Shape 181"/>
            <p:cNvSpPr/>
            <p:nvPr/>
          </p:nvSpPr>
          <p:spPr>
            <a:xfrm>
              <a:off x="4697075" y="3907525"/>
              <a:ext cx="389800" cy="376350"/>
            </a:xfrm>
            <a:custGeom>
              <a:avLst/>
              <a:gdLst/>
              <a:ahLst/>
              <a:cxnLst/>
              <a:rect l="0" t="0" r="0" b="0"/>
              <a:pathLst>
                <a:path w="15592" h="15054" extrusionOk="0">
                  <a:moveTo>
                    <a:pt x="538" y="0"/>
                  </a:moveTo>
                  <a:lnTo>
                    <a:pt x="1" y="269"/>
                  </a:lnTo>
                  <a:lnTo>
                    <a:pt x="5377" y="9543"/>
                  </a:lnTo>
                  <a:lnTo>
                    <a:pt x="11022" y="15054"/>
                  </a:lnTo>
                  <a:lnTo>
                    <a:pt x="15592" y="15054"/>
                  </a:lnTo>
                  <a:lnTo>
                    <a:pt x="538"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182" name="Shape 182"/>
            <p:cNvSpPr/>
            <p:nvPr/>
          </p:nvSpPr>
          <p:spPr>
            <a:xfrm>
              <a:off x="4566025" y="3675675"/>
              <a:ext cx="618300" cy="608200"/>
            </a:xfrm>
            <a:custGeom>
              <a:avLst/>
              <a:gdLst/>
              <a:ahLst/>
              <a:cxnLst/>
              <a:rect l="0" t="0" r="0" b="0"/>
              <a:pathLst>
                <a:path w="24732" h="24328" extrusionOk="0">
                  <a:moveTo>
                    <a:pt x="404" y="0"/>
                  </a:moveTo>
                  <a:lnTo>
                    <a:pt x="1" y="404"/>
                  </a:lnTo>
                  <a:lnTo>
                    <a:pt x="5377" y="9543"/>
                  </a:lnTo>
                  <a:lnTo>
                    <a:pt x="20027"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183" name="Shape 183"/>
            <p:cNvSpPr/>
            <p:nvPr/>
          </p:nvSpPr>
          <p:spPr>
            <a:xfrm>
              <a:off x="4434975" y="3447175"/>
              <a:ext cx="846800" cy="836700"/>
            </a:xfrm>
            <a:custGeom>
              <a:avLst/>
              <a:gdLst/>
              <a:ahLst/>
              <a:cxnLst/>
              <a:rect l="0" t="0" r="0" b="0"/>
              <a:pathLst>
                <a:path w="33872" h="33468" extrusionOk="0">
                  <a:moveTo>
                    <a:pt x="404" y="1"/>
                  </a:moveTo>
                  <a:lnTo>
                    <a:pt x="1" y="270"/>
                  </a:lnTo>
                  <a:lnTo>
                    <a:pt x="5243" y="9544"/>
                  </a:lnTo>
                  <a:lnTo>
                    <a:pt x="29167" y="33468"/>
                  </a:lnTo>
                  <a:lnTo>
                    <a:pt x="33871"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184" name="Shape 184"/>
            <p:cNvSpPr/>
            <p:nvPr/>
          </p:nvSpPr>
          <p:spPr>
            <a:xfrm>
              <a:off x="4300575" y="3218700"/>
              <a:ext cx="1078650" cy="1065175"/>
            </a:xfrm>
            <a:custGeom>
              <a:avLst/>
              <a:gdLst/>
              <a:ahLst/>
              <a:cxnLst/>
              <a:rect l="0" t="0" r="0" b="0"/>
              <a:pathLst>
                <a:path w="43146" h="42607" extrusionOk="0">
                  <a:moveTo>
                    <a:pt x="404" y="0"/>
                  </a:moveTo>
                  <a:lnTo>
                    <a:pt x="0"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185" name="Shape 185"/>
            <p:cNvSpPr/>
            <p:nvPr/>
          </p:nvSpPr>
          <p:spPr>
            <a:xfrm>
              <a:off x="4169525" y="2990200"/>
              <a:ext cx="1307150" cy="1293675"/>
            </a:xfrm>
            <a:custGeom>
              <a:avLst/>
              <a:gdLst/>
              <a:ahLst/>
              <a:cxnLst/>
              <a:rect l="0" t="0" r="0" b="0"/>
              <a:pathLst>
                <a:path w="52286" h="51747" extrusionOk="0">
                  <a:moveTo>
                    <a:pt x="404" y="1"/>
                  </a:moveTo>
                  <a:lnTo>
                    <a:pt x="1" y="269"/>
                  </a:lnTo>
                  <a:lnTo>
                    <a:pt x="5242" y="9409"/>
                  </a:lnTo>
                  <a:lnTo>
                    <a:pt x="47581" y="51747"/>
                  </a:lnTo>
                  <a:lnTo>
                    <a:pt x="52285" y="51747"/>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186" name="Shape 186"/>
            <p:cNvSpPr/>
            <p:nvPr/>
          </p:nvSpPr>
          <p:spPr>
            <a:xfrm>
              <a:off x="4088875" y="2822200"/>
              <a:ext cx="1481875" cy="1461675"/>
            </a:xfrm>
            <a:custGeom>
              <a:avLst/>
              <a:gdLst/>
              <a:ahLst/>
              <a:cxnLst/>
              <a:rect l="0" t="0" r="0" b="0"/>
              <a:pathLst>
                <a:path w="59275" h="58467" extrusionOk="0">
                  <a:moveTo>
                    <a:pt x="807" y="0"/>
                  </a:moveTo>
                  <a:lnTo>
                    <a:pt x="1" y="1479"/>
                  </a:lnTo>
                  <a:lnTo>
                    <a:pt x="3227" y="6989"/>
                  </a:lnTo>
                  <a:lnTo>
                    <a:pt x="54705" y="58467"/>
                  </a:lnTo>
                  <a:lnTo>
                    <a:pt x="59274" y="58467"/>
                  </a:lnTo>
                  <a:lnTo>
                    <a:pt x="807"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187" name="Shape 187"/>
            <p:cNvSpPr/>
            <p:nvPr/>
          </p:nvSpPr>
          <p:spPr>
            <a:xfrm>
              <a:off x="4102325" y="2761700"/>
              <a:ext cx="1565875" cy="1522175"/>
            </a:xfrm>
            <a:custGeom>
              <a:avLst/>
              <a:gdLst/>
              <a:ahLst/>
              <a:cxnLst/>
              <a:rect l="0" t="0" r="0" b="0"/>
              <a:pathLst>
                <a:path w="62635" h="60887" extrusionOk="0">
                  <a:moveTo>
                    <a:pt x="1748" y="1"/>
                  </a:moveTo>
                  <a:lnTo>
                    <a:pt x="0" y="2823"/>
                  </a:lnTo>
                  <a:lnTo>
                    <a:pt x="58064" y="60887"/>
                  </a:lnTo>
                  <a:lnTo>
                    <a:pt x="62634" y="60887"/>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188" name="Shape 188"/>
            <p:cNvSpPr/>
            <p:nvPr/>
          </p:nvSpPr>
          <p:spPr>
            <a:xfrm>
              <a:off x="4139275" y="2697875"/>
              <a:ext cx="1626375" cy="1586000"/>
            </a:xfrm>
            <a:custGeom>
              <a:avLst/>
              <a:gdLst/>
              <a:ahLst/>
              <a:cxnLst/>
              <a:rect l="0" t="0" r="0" b="0"/>
              <a:pathLst>
                <a:path w="65055" h="63440" extrusionOk="0">
                  <a:moveTo>
                    <a:pt x="1614" y="0"/>
                  </a:moveTo>
                  <a:lnTo>
                    <a:pt x="1" y="2957"/>
                  </a:lnTo>
                  <a:lnTo>
                    <a:pt x="60484" y="63440"/>
                  </a:lnTo>
                  <a:lnTo>
                    <a:pt x="65054" y="63440"/>
                  </a:lnTo>
                  <a:lnTo>
                    <a:pt x="1614"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189" name="Shape 189"/>
            <p:cNvSpPr/>
            <p:nvPr/>
          </p:nvSpPr>
          <p:spPr>
            <a:xfrm>
              <a:off x="4172900" y="2637375"/>
              <a:ext cx="1690175" cy="1646500"/>
            </a:xfrm>
            <a:custGeom>
              <a:avLst/>
              <a:gdLst/>
              <a:ahLst/>
              <a:cxnLst/>
              <a:rect l="0" t="0" r="0" b="0"/>
              <a:pathLst>
                <a:path w="67607" h="65860" extrusionOk="0">
                  <a:moveTo>
                    <a:pt x="1747" y="1"/>
                  </a:moveTo>
                  <a:lnTo>
                    <a:pt x="0" y="2958"/>
                  </a:lnTo>
                  <a:lnTo>
                    <a:pt x="62903" y="65860"/>
                  </a:lnTo>
                  <a:lnTo>
                    <a:pt x="67607" y="65860"/>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190" name="Shape 190"/>
            <p:cNvSpPr/>
            <p:nvPr/>
          </p:nvSpPr>
          <p:spPr>
            <a:xfrm>
              <a:off x="4209850" y="2576900"/>
              <a:ext cx="1750675" cy="1706975"/>
            </a:xfrm>
            <a:custGeom>
              <a:avLst/>
              <a:gdLst/>
              <a:ahLst/>
              <a:cxnLst/>
              <a:rect l="0" t="0" r="0" b="0"/>
              <a:pathLst>
                <a:path w="70027" h="68279" extrusionOk="0">
                  <a:moveTo>
                    <a:pt x="1613" y="1"/>
                  </a:moveTo>
                  <a:lnTo>
                    <a:pt x="0" y="2823"/>
                  </a:lnTo>
                  <a:lnTo>
                    <a:pt x="65322" y="68279"/>
                  </a:lnTo>
                  <a:lnTo>
                    <a:pt x="70027" y="68279"/>
                  </a:lnTo>
                  <a:lnTo>
                    <a:pt x="1613"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191" name="Shape 191"/>
            <p:cNvSpPr/>
            <p:nvPr/>
          </p:nvSpPr>
          <p:spPr>
            <a:xfrm>
              <a:off x="4243450" y="2513050"/>
              <a:ext cx="1814525" cy="1770825"/>
            </a:xfrm>
            <a:custGeom>
              <a:avLst/>
              <a:gdLst/>
              <a:ahLst/>
              <a:cxnLst/>
              <a:rect l="0" t="0" r="0" b="0"/>
              <a:pathLst>
                <a:path w="72581" h="70833" extrusionOk="0">
                  <a:moveTo>
                    <a:pt x="1748" y="1"/>
                  </a:moveTo>
                  <a:lnTo>
                    <a:pt x="1" y="2958"/>
                  </a:lnTo>
                  <a:lnTo>
                    <a:pt x="67876" y="70833"/>
                  </a:lnTo>
                  <a:lnTo>
                    <a:pt x="72581" y="70833"/>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192" name="Shape 192"/>
            <p:cNvSpPr/>
            <p:nvPr/>
          </p:nvSpPr>
          <p:spPr>
            <a:xfrm>
              <a:off x="4280425" y="2452575"/>
              <a:ext cx="1875000" cy="1831300"/>
            </a:xfrm>
            <a:custGeom>
              <a:avLst/>
              <a:gdLst/>
              <a:ahLst/>
              <a:cxnLst/>
              <a:rect l="0" t="0" r="0" b="0"/>
              <a:pathLst>
                <a:path w="75000" h="73252" extrusionOk="0">
                  <a:moveTo>
                    <a:pt x="1613" y="1"/>
                  </a:moveTo>
                  <a:lnTo>
                    <a:pt x="0" y="2957"/>
                  </a:lnTo>
                  <a:lnTo>
                    <a:pt x="70295" y="73252"/>
                  </a:lnTo>
                  <a:lnTo>
                    <a:pt x="74999" y="73252"/>
                  </a:lnTo>
                  <a:lnTo>
                    <a:pt x="1613"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193" name="Shape 193"/>
            <p:cNvSpPr/>
            <p:nvPr/>
          </p:nvSpPr>
          <p:spPr>
            <a:xfrm>
              <a:off x="4314025" y="2392100"/>
              <a:ext cx="1935475" cy="1891775"/>
            </a:xfrm>
            <a:custGeom>
              <a:avLst/>
              <a:gdLst/>
              <a:ahLst/>
              <a:cxnLst/>
              <a:rect l="0" t="0" r="0" b="0"/>
              <a:pathLst>
                <a:path w="77419" h="75671" extrusionOk="0">
                  <a:moveTo>
                    <a:pt x="1747" y="0"/>
                  </a:moveTo>
                  <a:lnTo>
                    <a:pt x="0" y="2957"/>
                  </a:lnTo>
                  <a:lnTo>
                    <a:pt x="72849" y="75671"/>
                  </a:lnTo>
                  <a:lnTo>
                    <a:pt x="77419" y="75671"/>
                  </a:lnTo>
                  <a:lnTo>
                    <a:pt x="1747"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194" name="Shape 194"/>
            <p:cNvSpPr/>
            <p:nvPr/>
          </p:nvSpPr>
          <p:spPr>
            <a:xfrm>
              <a:off x="4350975" y="2328250"/>
              <a:ext cx="1995975" cy="1955625"/>
            </a:xfrm>
            <a:custGeom>
              <a:avLst/>
              <a:gdLst/>
              <a:ahLst/>
              <a:cxnLst/>
              <a:rect l="0" t="0" r="0" b="0"/>
              <a:pathLst>
                <a:path w="79839" h="78225" extrusionOk="0">
                  <a:moveTo>
                    <a:pt x="1748" y="1"/>
                  </a:moveTo>
                  <a:lnTo>
                    <a:pt x="1" y="2957"/>
                  </a:lnTo>
                  <a:lnTo>
                    <a:pt x="75269" y="78225"/>
                  </a:lnTo>
                  <a:lnTo>
                    <a:pt x="79839" y="78225"/>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195" name="Shape 195"/>
            <p:cNvSpPr/>
            <p:nvPr/>
          </p:nvSpPr>
          <p:spPr>
            <a:xfrm>
              <a:off x="4384575" y="2267775"/>
              <a:ext cx="2059825" cy="2016100"/>
            </a:xfrm>
            <a:custGeom>
              <a:avLst/>
              <a:gdLst/>
              <a:ahLst/>
              <a:cxnLst/>
              <a:rect l="0" t="0" r="0" b="0"/>
              <a:pathLst>
                <a:path w="82393" h="80644" extrusionOk="0">
                  <a:moveTo>
                    <a:pt x="1748" y="0"/>
                  </a:moveTo>
                  <a:lnTo>
                    <a:pt x="1" y="2957"/>
                  </a:lnTo>
                  <a:lnTo>
                    <a:pt x="77823" y="80644"/>
                  </a:lnTo>
                  <a:lnTo>
                    <a:pt x="82392" y="80644"/>
                  </a:lnTo>
                  <a:lnTo>
                    <a:pt x="1748"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196" name="Shape 196"/>
            <p:cNvSpPr/>
            <p:nvPr/>
          </p:nvSpPr>
          <p:spPr>
            <a:xfrm>
              <a:off x="4421550" y="2207275"/>
              <a:ext cx="2120300" cy="2076600"/>
            </a:xfrm>
            <a:custGeom>
              <a:avLst/>
              <a:gdLst/>
              <a:ahLst/>
              <a:cxnLst/>
              <a:rect l="0" t="0" r="0" b="0"/>
              <a:pathLst>
                <a:path w="84812" h="83064" extrusionOk="0">
                  <a:moveTo>
                    <a:pt x="1747" y="1"/>
                  </a:moveTo>
                  <a:lnTo>
                    <a:pt x="0" y="2958"/>
                  </a:lnTo>
                  <a:lnTo>
                    <a:pt x="80107" y="83064"/>
                  </a:lnTo>
                  <a:lnTo>
                    <a:pt x="84811" y="83064"/>
                  </a:lnTo>
                  <a:lnTo>
                    <a:pt x="1747"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197" name="Shape 197"/>
            <p:cNvSpPr/>
            <p:nvPr/>
          </p:nvSpPr>
          <p:spPr>
            <a:xfrm>
              <a:off x="4458500" y="2146800"/>
              <a:ext cx="2130375" cy="2137075"/>
            </a:xfrm>
            <a:custGeom>
              <a:avLst/>
              <a:gdLst/>
              <a:ahLst/>
              <a:cxnLst/>
              <a:rect l="0" t="0" r="0" b="0"/>
              <a:pathLst>
                <a:path w="85215" h="85483" extrusionOk="0">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198" name="Shape 198"/>
            <p:cNvSpPr/>
            <p:nvPr/>
          </p:nvSpPr>
          <p:spPr>
            <a:xfrm>
              <a:off x="4492100" y="2082950"/>
              <a:ext cx="2133750" cy="2163975"/>
            </a:xfrm>
            <a:custGeom>
              <a:avLst/>
              <a:gdLst/>
              <a:ahLst/>
              <a:cxnLst/>
              <a:rect l="0" t="0" r="0" b="0"/>
              <a:pathLst>
                <a:path w="85350" h="86559" extrusionOk="0">
                  <a:moveTo>
                    <a:pt x="1748" y="1"/>
                  </a:moveTo>
                  <a:lnTo>
                    <a:pt x="1" y="2958"/>
                  </a:lnTo>
                  <a:lnTo>
                    <a:pt x="83602" y="86559"/>
                  </a:lnTo>
                  <a:lnTo>
                    <a:pt x="85349" y="83602"/>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199" name="Shape 199"/>
            <p:cNvSpPr/>
            <p:nvPr/>
          </p:nvSpPr>
          <p:spPr>
            <a:xfrm>
              <a:off x="4529075" y="2022475"/>
              <a:ext cx="2130375" cy="2163975"/>
            </a:xfrm>
            <a:custGeom>
              <a:avLst/>
              <a:gdLst/>
              <a:ahLst/>
              <a:cxnLst/>
              <a:rect l="0" t="0" r="0" b="0"/>
              <a:pathLst>
                <a:path w="85215" h="86559" extrusionOk="0">
                  <a:moveTo>
                    <a:pt x="1613" y="1"/>
                  </a:moveTo>
                  <a:lnTo>
                    <a:pt x="0" y="2957"/>
                  </a:lnTo>
                  <a:lnTo>
                    <a:pt x="83467" y="86558"/>
                  </a:lnTo>
                  <a:lnTo>
                    <a:pt x="85214" y="83601"/>
                  </a:lnTo>
                  <a:lnTo>
                    <a:pt x="1613"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200" name="Shape 200"/>
            <p:cNvSpPr/>
            <p:nvPr/>
          </p:nvSpPr>
          <p:spPr>
            <a:xfrm>
              <a:off x="4562675" y="1962000"/>
              <a:ext cx="2133725" cy="2160600"/>
            </a:xfrm>
            <a:custGeom>
              <a:avLst/>
              <a:gdLst/>
              <a:ahLst/>
              <a:cxnLst/>
              <a:rect l="0" t="0" r="0" b="0"/>
              <a:pathLst>
                <a:path w="85349" h="86424" extrusionOk="0">
                  <a:moveTo>
                    <a:pt x="1748" y="0"/>
                  </a:moveTo>
                  <a:lnTo>
                    <a:pt x="0" y="2957"/>
                  </a:lnTo>
                  <a:lnTo>
                    <a:pt x="83602" y="86424"/>
                  </a:lnTo>
                  <a:lnTo>
                    <a:pt x="85349" y="83467"/>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201" name="Shape 201"/>
            <p:cNvSpPr/>
            <p:nvPr/>
          </p:nvSpPr>
          <p:spPr>
            <a:xfrm>
              <a:off x="4599625" y="1898150"/>
              <a:ext cx="2130375" cy="2163975"/>
            </a:xfrm>
            <a:custGeom>
              <a:avLst/>
              <a:gdLst/>
              <a:ahLst/>
              <a:cxnLst/>
              <a:rect l="0" t="0" r="0" b="0"/>
              <a:pathLst>
                <a:path w="85215" h="86559" extrusionOk="0">
                  <a:moveTo>
                    <a:pt x="1614" y="0"/>
                  </a:moveTo>
                  <a:lnTo>
                    <a:pt x="1" y="2957"/>
                  </a:lnTo>
                  <a:lnTo>
                    <a:pt x="83602" y="86558"/>
                  </a:lnTo>
                  <a:lnTo>
                    <a:pt x="85215" y="83601"/>
                  </a:lnTo>
                  <a:lnTo>
                    <a:pt x="1614"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202" name="Shape 202"/>
            <p:cNvSpPr/>
            <p:nvPr/>
          </p:nvSpPr>
          <p:spPr>
            <a:xfrm>
              <a:off x="4633225" y="1837675"/>
              <a:ext cx="2133750" cy="2163950"/>
            </a:xfrm>
            <a:custGeom>
              <a:avLst/>
              <a:gdLst/>
              <a:ahLst/>
              <a:cxnLst/>
              <a:rect l="0" t="0" r="0" b="0"/>
              <a:pathLst>
                <a:path w="85350" h="86558" extrusionOk="0">
                  <a:moveTo>
                    <a:pt x="1748" y="0"/>
                  </a:moveTo>
                  <a:lnTo>
                    <a:pt x="1" y="2957"/>
                  </a:lnTo>
                  <a:lnTo>
                    <a:pt x="83602" y="86558"/>
                  </a:lnTo>
                  <a:lnTo>
                    <a:pt x="85349" y="83601"/>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203" name="Shape 203"/>
            <p:cNvSpPr/>
            <p:nvPr/>
          </p:nvSpPr>
          <p:spPr>
            <a:xfrm>
              <a:off x="4670200" y="1777175"/>
              <a:ext cx="2130375" cy="2160625"/>
            </a:xfrm>
            <a:custGeom>
              <a:avLst/>
              <a:gdLst/>
              <a:ahLst/>
              <a:cxnLst/>
              <a:rect l="0" t="0" r="0" b="0"/>
              <a:pathLst>
                <a:path w="85215" h="86425" extrusionOk="0">
                  <a:moveTo>
                    <a:pt x="1748" y="1"/>
                  </a:moveTo>
                  <a:lnTo>
                    <a:pt x="0" y="2958"/>
                  </a:lnTo>
                  <a:lnTo>
                    <a:pt x="83602" y="86424"/>
                  </a:lnTo>
                  <a:lnTo>
                    <a:pt x="85215" y="83467"/>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204" name="Shape 204"/>
            <p:cNvSpPr/>
            <p:nvPr/>
          </p:nvSpPr>
          <p:spPr>
            <a:xfrm>
              <a:off x="4707150" y="1713350"/>
              <a:ext cx="2130375" cy="2163950"/>
            </a:xfrm>
            <a:custGeom>
              <a:avLst/>
              <a:gdLst/>
              <a:ahLst/>
              <a:cxnLst/>
              <a:rect l="0" t="0" r="0" b="0"/>
              <a:pathLst>
                <a:path w="85215" h="86558" extrusionOk="0">
                  <a:moveTo>
                    <a:pt x="1614" y="0"/>
                  </a:moveTo>
                  <a:lnTo>
                    <a:pt x="1" y="2957"/>
                  </a:lnTo>
                  <a:lnTo>
                    <a:pt x="83468" y="86558"/>
                  </a:lnTo>
                  <a:lnTo>
                    <a:pt x="85215" y="83601"/>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205" name="Shape 205"/>
            <p:cNvSpPr/>
            <p:nvPr/>
          </p:nvSpPr>
          <p:spPr>
            <a:xfrm>
              <a:off x="4740750" y="1652850"/>
              <a:ext cx="2130400" cy="2163975"/>
            </a:xfrm>
            <a:custGeom>
              <a:avLst/>
              <a:gdLst/>
              <a:ahLst/>
              <a:cxnLst/>
              <a:rect l="0" t="0" r="0" b="0"/>
              <a:pathLst>
                <a:path w="85216" h="86559" extrusionOk="0">
                  <a:moveTo>
                    <a:pt x="1748" y="1"/>
                  </a:moveTo>
                  <a:lnTo>
                    <a:pt x="1" y="2958"/>
                  </a:lnTo>
                  <a:lnTo>
                    <a:pt x="83602" y="86559"/>
                  </a:lnTo>
                  <a:lnTo>
                    <a:pt x="85215" y="83602"/>
                  </a:lnTo>
                  <a:lnTo>
                    <a:pt x="1748"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206" name="Shape 206"/>
            <p:cNvSpPr/>
            <p:nvPr/>
          </p:nvSpPr>
          <p:spPr>
            <a:xfrm>
              <a:off x="4777725" y="1592375"/>
              <a:ext cx="2130375" cy="2160600"/>
            </a:xfrm>
            <a:custGeom>
              <a:avLst/>
              <a:gdLst/>
              <a:ahLst/>
              <a:cxnLst/>
              <a:rect l="0" t="0" r="0" b="0"/>
              <a:pathLst>
                <a:path w="85215" h="86424" extrusionOk="0">
                  <a:moveTo>
                    <a:pt x="1613" y="1"/>
                  </a:moveTo>
                  <a:lnTo>
                    <a:pt x="0" y="2957"/>
                  </a:lnTo>
                  <a:lnTo>
                    <a:pt x="83467" y="86424"/>
                  </a:lnTo>
                  <a:lnTo>
                    <a:pt x="85215" y="83601"/>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207" name="Shape 207"/>
            <p:cNvSpPr/>
            <p:nvPr/>
          </p:nvSpPr>
          <p:spPr>
            <a:xfrm>
              <a:off x="4811325" y="1531900"/>
              <a:ext cx="2133750" cy="2160600"/>
            </a:xfrm>
            <a:custGeom>
              <a:avLst/>
              <a:gdLst/>
              <a:ahLst/>
              <a:cxnLst/>
              <a:rect l="0" t="0" r="0" b="0"/>
              <a:pathLst>
                <a:path w="85350" h="86424" extrusionOk="0">
                  <a:moveTo>
                    <a:pt x="1748" y="0"/>
                  </a:moveTo>
                  <a:lnTo>
                    <a:pt x="0" y="2823"/>
                  </a:lnTo>
                  <a:lnTo>
                    <a:pt x="83602" y="86423"/>
                  </a:lnTo>
                  <a:lnTo>
                    <a:pt x="85349" y="83467"/>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208" name="Shape 208"/>
            <p:cNvSpPr/>
            <p:nvPr/>
          </p:nvSpPr>
          <p:spPr>
            <a:xfrm>
              <a:off x="4848275" y="1468050"/>
              <a:ext cx="2130400" cy="2163975"/>
            </a:xfrm>
            <a:custGeom>
              <a:avLst/>
              <a:gdLst/>
              <a:ahLst/>
              <a:cxnLst/>
              <a:rect l="0" t="0" r="0" b="0"/>
              <a:pathLst>
                <a:path w="85216" h="86559" extrusionOk="0">
                  <a:moveTo>
                    <a:pt x="1614" y="0"/>
                  </a:moveTo>
                  <a:lnTo>
                    <a:pt x="1" y="2957"/>
                  </a:lnTo>
                  <a:lnTo>
                    <a:pt x="83602" y="86558"/>
                  </a:lnTo>
                  <a:lnTo>
                    <a:pt x="85215" y="83601"/>
                  </a:lnTo>
                  <a:lnTo>
                    <a:pt x="1614"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209" name="Shape 209"/>
            <p:cNvSpPr/>
            <p:nvPr/>
          </p:nvSpPr>
          <p:spPr>
            <a:xfrm>
              <a:off x="4881875" y="1431100"/>
              <a:ext cx="2133750" cy="2140425"/>
            </a:xfrm>
            <a:custGeom>
              <a:avLst/>
              <a:gdLst/>
              <a:ahLst/>
              <a:cxnLst/>
              <a:rect l="0" t="0" r="0" b="0"/>
              <a:pathLst>
                <a:path w="85350" h="85617" extrusionOk="0">
                  <a:moveTo>
                    <a:pt x="1211" y="0"/>
                  </a:moveTo>
                  <a:lnTo>
                    <a:pt x="1" y="2016"/>
                  </a:lnTo>
                  <a:lnTo>
                    <a:pt x="83602" y="85617"/>
                  </a:lnTo>
                  <a:lnTo>
                    <a:pt x="85350" y="82660"/>
                  </a:lnTo>
                  <a:lnTo>
                    <a:pt x="2689"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210" name="Shape 210"/>
            <p:cNvSpPr/>
            <p:nvPr/>
          </p:nvSpPr>
          <p:spPr>
            <a:xfrm>
              <a:off x="4928925" y="1431100"/>
              <a:ext cx="2120300" cy="2076600"/>
            </a:xfrm>
            <a:custGeom>
              <a:avLst/>
              <a:gdLst/>
              <a:ahLst/>
              <a:cxnLst/>
              <a:rect l="0" t="0" r="0" b="0"/>
              <a:pathLst>
                <a:path w="84812" h="83064" extrusionOk="0">
                  <a:moveTo>
                    <a:pt x="1" y="0"/>
                  </a:moveTo>
                  <a:lnTo>
                    <a:pt x="83199" y="83063"/>
                  </a:lnTo>
                  <a:lnTo>
                    <a:pt x="84812" y="80106"/>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211" name="Shape 211"/>
            <p:cNvSpPr/>
            <p:nvPr/>
          </p:nvSpPr>
          <p:spPr>
            <a:xfrm>
              <a:off x="5026375" y="1431100"/>
              <a:ext cx="2059825" cy="2016100"/>
            </a:xfrm>
            <a:custGeom>
              <a:avLst/>
              <a:gdLst/>
              <a:ahLst/>
              <a:cxnLst/>
              <a:rect l="0" t="0" r="0" b="0"/>
              <a:pathLst>
                <a:path w="82393" h="80644" extrusionOk="0">
                  <a:moveTo>
                    <a:pt x="0" y="0"/>
                  </a:moveTo>
                  <a:lnTo>
                    <a:pt x="80645" y="80644"/>
                  </a:lnTo>
                  <a:lnTo>
                    <a:pt x="82392" y="77687"/>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212" name="Shape 212"/>
            <p:cNvSpPr/>
            <p:nvPr/>
          </p:nvSpPr>
          <p:spPr>
            <a:xfrm>
              <a:off x="5123825" y="1431100"/>
              <a:ext cx="1995975" cy="1955625"/>
            </a:xfrm>
            <a:custGeom>
              <a:avLst/>
              <a:gdLst/>
              <a:ahLst/>
              <a:cxnLst/>
              <a:rect l="0" t="0" r="0" b="0"/>
              <a:pathLst>
                <a:path w="79839" h="78225" extrusionOk="0">
                  <a:moveTo>
                    <a:pt x="0" y="0"/>
                  </a:moveTo>
                  <a:lnTo>
                    <a:pt x="78225" y="78225"/>
                  </a:lnTo>
                  <a:lnTo>
                    <a:pt x="79838" y="75268"/>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213" name="Shape 213"/>
            <p:cNvSpPr/>
            <p:nvPr/>
          </p:nvSpPr>
          <p:spPr>
            <a:xfrm>
              <a:off x="5221275" y="1431100"/>
              <a:ext cx="1935475" cy="1891775"/>
            </a:xfrm>
            <a:custGeom>
              <a:avLst/>
              <a:gdLst/>
              <a:ahLst/>
              <a:cxnLst/>
              <a:rect l="0" t="0" r="0" b="0"/>
              <a:pathLst>
                <a:path w="77419" h="75671" extrusionOk="0">
                  <a:moveTo>
                    <a:pt x="0" y="0"/>
                  </a:moveTo>
                  <a:lnTo>
                    <a:pt x="75671" y="75671"/>
                  </a:lnTo>
                  <a:lnTo>
                    <a:pt x="77419" y="72714"/>
                  </a:lnTo>
                  <a:lnTo>
                    <a:pt x="4570"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214" name="Shape 214"/>
            <p:cNvSpPr/>
            <p:nvPr/>
          </p:nvSpPr>
          <p:spPr>
            <a:xfrm>
              <a:off x="5318700" y="1431100"/>
              <a:ext cx="1875025" cy="1831300"/>
            </a:xfrm>
            <a:custGeom>
              <a:avLst/>
              <a:gdLst/>
              <a:ahLst/>
              <a:cxnLst/>
              <a:rect l="0" t="0" r="0" b="0"/>
              <a:pathLst>
                <a:path w="75001" h="73252" extrusionOk="0">
                  <a:moveTo>
                    <a:pt x="1" y="0"/>
                  </a:moveTo>
                  <a:lnTo>
                    <a:pt x="73253" y="73251"/>
                  </a:lnTo>
                  <a:lnTo>
                    <a:pt x="75000" y="70295"/>
                  </a:lnTo>
                  <a:lnTo>
                    <a:pt x="4571"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215" name="Shape 215"/>
            <p:cNvSpPr/>
            <p:nvPr/>
          </p:nvSpPr>
          <p:spPr>
            <a:xfrm>
              <a:off x="5416150" y="1431100"/>
              <a:ext cx="1811175" cy="1770825"/>
            </a:xfrm>
            <a:custGeom>
              <a:avLst/>
              <a:gdLst/>
              <a:ahLst/>
              <a:cxnLst/>
              <a:rect l="0" t="0" r="0" b="0"/>
              <a:pathLst>
                <a:path w="72447" h="70833" extrusionOk="0">
                  <a:moveTo>
                    <a:pt x="1" y="0"/>
                  </a:moveTo>
                  <a:lnTo>
                    <a:pt x="70699" y="70832"/>
                  </a:lnTo>
                  <a:lnTo>
                    <a:pt x="72446" y="67875"/>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216" name="Shape 216"/>
            <p:cNvSpPr/>
            <p:nvPr/>
          </p:nvSpPr>
          <p:spPr>
            <a:xfrm>
              <a:off x="5510250" y="1431100"/>
              <a:ext cx="1754025" cy="1706975"/>
            </a:xfrm>
            <a:custGeom>
              <a:avLst/>
              <a:gdLst/>
              <a:ahLst/>
              <a:cxnLst/>
              <a:rect l="0" t="0" r="0" b="0"/>
              <a:pathLst>
                <a:path w="70161" h="68279" extrusionOk="0">
                  <a:moveTo>
                    <a:pt x="0" y="0"/>
                  </a:moveTo>
                  <a:lnTo>
                    <a:pt x="68413" y="68278"/>
                  </a:lnTo>
                  <a:lnTo>
                    <a:pt x="70161" y="65456"/>
                  </a:lnTo>
                  <a:lnTo>
                    <a:pt x="4704"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217" name="Shape 217"/>
            <p:cNvSpPr/>
            <p:nvPr/>
          </p:nvSpPr>
          <p:spPr>
            <a:xfrm>
              <a:off x="5607675" y="1431100"/>
              <a:ext cx="1690200" cy="1646500"/>
            </a:xfrm>
            <a:custGeom>
              <a:avLst/>
              <a:gdLst/>
              <a:ahLst/>
              <a:cxnLst/>
              <a:rect l="0" t="0" r="0" b="0"/>
              <a:pathLst>
                <a:path w="67608" h="65860" extrusionOk="0">
                  <a:moveTo>
                    <a:pt x="1" y="0"/>
                  </a:moveTo>
                  <a:lnTo>
                    <a:pt x="65995" y="65859"/>
                  </a:lnTo>
                  <a:lnTo>
                    <a:pt x="67608" y="62902"/>
                  </a:lnTo>
                  <a:lnTo>
                    <a:pt x="4705"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218" name="Shape 218"/>
            <p:cNvSpPr/>
            <p:nvPr/>
          </p:nvSpPr>
          <p:spPr>
            <a:xfrm>
              <a:off x="5705125" y="1431100"/>
              <a:ext cx="1629725" cy="1586000"/>
            </a:xfrm>
            <a:custGeom>
              <a:avLst/>
              <a:gdLst/>
              <a:ahLst/>
              <a:cxnLst/>
              <a:rect l="0" t="0" r="0" b="0"/>
              <a:pathLst>
                <a:path w="65189" h="63440" extrusionOk="0">
                  <a:moveTo>
                    <a:pt x="1" y="0"/>
                  </a:moveTo>
                  <a:lnTo>
                    <a:pt x="63441" y="63440"/>
                  </a:lnTo>
                  <a:lnTo>
                    <a:pt x="65188" y="60483"/>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219" name="Shape 219"/>
            <p:cNvSpPr/>
            <p:nvPr/>
          </p:nvSpPr>
          <p:spPr>
            <a:xfrm>
              <a:off x="5802575" y="1431100"/>
              <a:ext cx="1565875" cy="1525525"/>
            </a:xfrm>
            <a:custGeom>
              <a:avLst/>
              <a:gdLst/>
              <a:ahLst/>
              <a:cxnLst/>
              <a:rect l="0" t="0" r="0" b="0"/>
              <a:pathLst>
                <a:path w="62635" h="61021" extrusionOk="0">
                  <a:moveTo>
                    <a:pt x="1" y="0"/>
                  </a:moveTo>
                  <a:lnTo>
                    <a:pt x="61021" y="61020"/>
                  </a:lnTo>
                  <a:lnTo>
                    <a:pt x="62634" y="58064"/>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220" name="Shape 220"/>
            <p:cNvSpPr/>
            <p:nvPr/>
          </p:nvSpPr>
          <p:spPr>
            <a:xfrm>
              <a:off x="5900025" y="1431100"/>
              <a:ext cx="1481850" cy="1461675"/>
            </a:xfrm>
            <a:custGeom>
              <a:avLst/>
              <a:gdLst/>
              <a:ahLst/>
              <a:cxnLst/>
              <a:rect l="0" t="0" r="0" b="0"/>
              <a:pathLst>
                <a:path w="59274" h="58467" extrusionOk="0">
                  <a:moveTo>
                    <a:pt x="0" y="0"/>
                  </a:moveTo>
                  <a:lnTo>
                    <a:pt x="58468" y="58467"/>
                  </a:lnTo>
                  <a:lnTo>
                    <a:pt x="59274" y="57123"/>
                  </a:lnTo>
                  <a:lnTo>
                    <a:pt x="56048" y="51478"/>
                  </a:lnTo>
                  <a:lnTo>
                    <a:pt x="4570"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221" name="Shape 221"/>
            <p:cNvSpPr/>
            <p:nvPr/>
          </p:nvSpPr>
          <p:spPr>
            <a:xfrm>
              <a:off x="5997475" y="1431100"/>
              <a:ext cx="1307125" cy="1297025"/>
            </a:xfrm>
            <a:custGeom>
              <a:avLst/>
              <a:gdLst/>
              <a:ahLst/>
              <a:cxnLst/>
              <a:rect l="0" t="0" r="0" b="0"/>
              <a:pathLst>
                <a:path w="52285" h="51881" extrusionOk="0">
                  <a:moveTo>
                    <a:pt x="0" y="0"/>
                  </a:moveTo>
                  <a:lnTo>
                    <a:pt x="51747" y="51881"/>
                  </a:lnTo>
                  <a:lnTo>
                    <a:pt x="52285" y="51478"/>
                  </a:lnTo>
                  <a:lnTo>
                    <a:pt x="46908"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222" name="Shape 222"/>
            <p:cNvSpPr/>
            <p:nvPr/>
          </p:nvSpPr>
          <p:spPr>
            <a:xfrm>
              <a:off x="6094900" y="1431100"/>
              <a:ext cx="1075300" cy="1065175"/>
            </a:xfrm>
            <a:custGeom>
              <a:avLst/>
              <a:gdLst/>
              <a:ahLst/>
              <a:cxnLst/>
              <a:rect l="0" t="0" r="0" b="0"/>
              <a:pathLst>
                <a:path w="43012" h="42607" extrusionOk="0">
                  <a:moveTo>
                    <a:pt x="1" y="0"/>
                  </a:moveTo>
                  <a:lnTo>
                    <a:pt x="42608" y="42607"/>
                  </a:lnTo>
                  <a:lnTo>
                    <a:pt x="43011" y="42338"/>
                  </a:lnTo>
                  <a:lnTo>
                    <a:pt x="37769" y="33064"/>
                  </a:lnTo>
                  <a:lnTo>
                    <a:pt x="4571"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223" name="Shape 223"/>
            <p:cNvSpPr/>
            <p:nvPr/>
          </p:nvSpPr>
          <p:spPr>
            <a:xfrm>
              <a:off x="6189000" y="1431100"/>
              <a:ext cx="850150" cy="836700"/>
            </a:xfrm>
            <a:custGeom>
              <a:avLst/>
              <a:gdLst/>
              <a:ahLst/>
              <a:cxnLst/>
              <a:rect l="0" t="0" r="0" b="0"/>
              <a:pathLst>
                <a:path w="34006" h="33468" extrusionOk="0">
                  <a:moveTo>
                    <a:pt x="0" y="0"/>
                  </a:moveTo>
                  <a:lnTo>
                    <a:pt x="33602" y="33467"/>
                  </a:lnTo>
                  <a:lnTo>
                    <a:pt x="34005" y="33198"/>
                  </a:lnTo>
                  <a:lnTo>
                    <a:pt x="28629" y="23924"/>
                  </a:lnTo>
                  <a:lnTo>
                    <a:pt x="4705"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224" name="Shape 224"/>
            <p:cNvSpPr/>
            <p:nvPr/>
          </p:nvSpPr>
          <p:spPr>
            <a:xfrm>
              <a:off x="6286450" y="1431100"/>
              <a:ext cx="618300" cy="608200"/>
            </a:xfrm>
            <a:custGeom>
              <a:avLst/>
              <a:gdLst/>
              <a:ahLst/>
              <a:cxnLst/>
              <a:rect l="0" t="0" r="0" b="0"/>
              <a:pathLst>
                <a:path w="24732" h="24328" extrusionOk="0">
                  <a:moveTo>
                    <a:pt x="0" y="0"/>
                  </a:moveTo>
                  <a:lnTo>
                    <a:pt x="24328" y="24328"/>
                  </a:lnTo>
                  <a:lnTo>
                    <a:pt x="24731" y="23924"/>
                  </a:lnTo>
                  <a:lnTo>
                    <a:pt x="19489" y="14785"/>
                  </a:lnTo>
                  <a:lnTo>
                    <a:pt x="4704"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225" name="Shape 225"/>
            <p:cNvSpPr/>
            <p:nvPr/>
          </p:nvSpPr>
          <p:spPr>
            <a:xfrm>
              <a:off x="6383900" y="1431100"/>
              <a:ext cx="389800" cy="376350"/>
            </a:xfrm>
            <a:custGeom>
              <a:avLst/>
              <a:gdLst/>
              <a:ahLst/>
              <a:cxnLst/>
              <a:rect l="0" t="0" r="0" b="0"/>
              <a:pathLst>
                <a:path w="15592" h="15054" extrusionOk="0">
                  <a:moveTo>
                    <a:pt x="0" y="0"/>
                  </a:moveTo>
                  <a:lnTo>
                    <a:pt x="15188" y="15054"/>
                  </a:lnTo>
                  <a:lnTo>
                    <a:pt x="15591" y="14785"/>
                  </a:lnTo>
                  <a:lnTo>
                    <a:pt x="10215"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226" name="Shape 226"/>
            <p:cNvSpPr/>
            <p:nvPr/>
          </p:nvSpPr>
          <p:spPr>
            <a:xfrm>
              <a:off x="6481325" y="1431100"/>
              <a:ext cx="157950" cy="147850"/>
            </a:xfrm>
            <a:custGeom>
              <a:avLst/>
              <a:gdLst/>
              <a:ahLst/>
              <a:cxnLst/>
              <a:rect l="0" t="0" r="0" b="0"/>
              <a:pathLst>
                <a:path w="6318" h="5914" extrusionOk="0">
                  <a:moveTo>
                    <a:pt x="1" y="0"/>
                  </a:moveTo>
                  <a:lnTo>
                    <a:pt x="5915" y="5914"/>
                  </a:lnTo>
                  <a:lnTo>
                    <a:pt x="6318" y="5645"/>
                  </a:lnTo>
                  <a:lnTo>
                    <a:pt x="3092"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227" name="Shape 227"/>
          <p:cNvSpPr/>
          <p:nvPr/>
        </p:nvSpPr>
        <p:spPr>
          <a:xfrm rot="10800000" flipH="1">
            <a:off x="66674" y="3135425"/>
            <a:ext cx="819899" cy="710099"/>
          </a:xfrm>
          <a:prstGeom prst="hexagon">
            <a:avLst>
              <a:gd name="adj" fmla="val 28678"/>
              <a:gd name="vf" fmla="val 115470"/>
            </a:avLst>
          </a:prstGeom>
          <a:noFill/>
          <a:ln w="9525" cap="flat"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28" name="Shape 228"/>
          <p:cNvSpPr/>
          <p:nvPr/>
        </p:nvSpPr>
        <p:spPr>
          <a:xfrm rot="10800000" flipH="1">
            <a:off x="828674" y="3516549"/>
            <a:ext cx="428700" cy="371100"/>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229" name="Shape 229"/>
          <p:cNvSpPr/>
          <p:nvPr/>
        </p:nvSpPr>
        <p:spPr>
          <a:xfrm rot="10800000" flipH="1">
            <a:off x="761999" y="877950"/>
            <a:ext cx="819899" cy="710099"/>
          </a:xfrm>
          <a:prstGeom prst="hexagon">
            <a:avLst>
              <a:gd name="adj" fmla="val 28678"/>
              <a:gd name="vf" fmla="val 115470"/>
            </a:avLst>
          </a:prstGeom>
          <a:noFill/>
          <a:ln w="76200" cap="flat" cmpd="sng">
            <a:solidFill>
              <a:srgbClr val="184769"/>
            </a:solidFill>
            <a:prstDash val="solid"/>
            <a:miter/>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30" name="Shape 230"/>
          <p:cNvSpPr/>
          <p:nvPr/>
        </p:nvSpPr>
        <p:spPr>
          <a:xfrm rot="10800000" flipH="1">
            <a:off x="793851" y="4692801"/>
            <a:ext cx="517499" cy="447899"/>
          </a:xfrm>
          <a:prstGeom prst="hexagon">
            <a:avLst>
              <a:gd name="adj" fmla="val 28678"/>
              <a:gd name="vf" fmla="val 115470"/>
            </a:avLst>
          </a:prstGeom>
          <a:solidFill>
            <a:srgbClr val="00E1C6"/>
          </a:solidFill>
          <a:ln>
            <a:noFill/>
          </a:ln>
        </p:spPr>
        <p:txBody>
          <a:bodyPr lIns="91425" tIns="91425" rIns="91425" bIns="91425" anchor="ctr" anchorCtr="0">
            <a:noAutofit/>
          </a:bodyPr>
          <a:lstStyle/>
          <a:p>
            <a:pPr lvl="0">
              <a:spcBef>
                <a:spcPts val="0"/>
              </a:spcBef>
              <a:buNone/>
            </a:pPr>
            <a:endParaRPr/>
          </a:p>
        </p:txBody>
      </p:sp>
      <p:grpSp>
        <p:nvGrpSpPr>
          <p:cNvPr id="231" name="Shape 231"/>
          <p:cNvGrpSpPr/>
          <p:nvPr/>
        </p:nvGrpSpPr>
        <p:grpSpPr>
          <a:xfrm>
            <a:off x="996358" y="1070667"/>
            <a:ext cx="351203" cy="324660"/>
            <a:chOff x="5975075" y="2327500"/>
            <a:chExt cx="420100" cy="388350"/>
          </a:xfrm>
        </p:grpSpPr>
        <p:sp>
          <p:nvSpPr>
            <p:cNvPr id="232" name="Shape 232"/>
            <p:cNvSpPr/>
            <p:nvPr/>
          </p:nvSpPr>
          <p:spPr>
            <a:xfrm>
              <a:off x="5975075" y="2474650"/>
              <a:ext cx="98325" cy="220450"/>
            </a:xfrm>
            <a:custGeom>
              <a:avLst/>
              <a:gdLst/>
              <a:ahLst/>
              <a:cxnLst/>
              <a:rect l="0" t="0" r="0" b="0"/>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233" name="Shape 233"/>
            <p:cNvSpPr/>
            <p:nvPr/>
          </p:nvSpPr>
          <p:spPr>
            <a:xfrm>
              <a:off x="6088025" y="2327500"/>
              <a:ext cx="307150" cy="388350"/>
            </a:xfrm>
            <a:custGeom>
              <a:avLst/>
              <a:gdLst/>
              <a:ahLst/>
              <a:cxnLst/>
              <a:rect l="0" t="0" r="0" b="0"/>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234" name="Shape 234"/>
          <p:cNvSpPr/>
          <p:nvPr/>
        </p:nvSpPr>
        <p:spPr>
          <a:xfrm>
            <a:off x="393600" y="3346626"/>
            <a:ext cx="166061" cy="287704"/>
          </a:xfrm>
          <a:custGeom>
            <a:avLst/>
            <a:gdLst/>
            <a:ahLst/>
            <a:cxnLst/>
            <a:rect l="0" t="0" r="0" b="0"/>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grpSp>
        <p:nvGrpSpPr>
          <p:cNvPr id="235" name="Shape 235"/>
          <p:cNvGrpSpPr/>
          <p:nvPr/>
        </p:nvGrpSpPr>
        <p:grpSpPr>
          <a:xfrm>
            <a:off x="305253" y="553855"/>
            <a:ext cx="247468" cy="392302"/>
            <a:chOff x="6718575" y="2318625"/>
            <a:chExt cx="256950" cy="407375"/>
          </a:xfrm>
        </p:grpSpPr>
        <p:sp>
          <p:nvSpPr>
            <p:cNvPr id="236" name="Shape 236"/>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37" name="Shape 237"/>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38" name="Shape 238"/>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39" name="Shape 239"/>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40" name="Shape 240"/>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41" name="Shape 241"/>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42" name="Shape 242"/>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43" name="Shape 243"/>
            <p:cNvSpPr/>
            <p:nvPr/>
          </p:nvSpPr>
          <p:spPr>
            <a:xfrm>
              <a:off x="6795900" y="2628550"/>
              <a:ext cx="102300" cy="25"/>
            </a:xfrm>
            <a:custGeom>
              <a:avLst/>
              <a:gdLst/>
              <a:ahLst/>
              <a:cxnLst/>
              <a:rect l="0" t="0" r="0" b="0"/>
              <a:pathLst>
                <a:path w="4092" h="1" fill="none" extrusionOk="0">
                  <a:moveTo>
                    <a:pt x="0" y="1"/>
                  </a:moveTo>
                  <a:lnTo>
                    <a:pt x="4092" y="1"/>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nvGrpSpPr>
          <p:cNvPr id="244" name="Shape 244"/>
          <p:cNvGrpSpPr/>
          <p:nvPr/>
        </p:nvGrpSpPr>
        <p:grpSpPr>
          <a:xfrm>
            <a:off x="1419984" y="3634331"/>
            <a:ext cx="342881" cy="350068"/>
            <a:chOff x="3951850" y="2985350"/>
            <a:chExt cx="407950" cy="416500"/>
          </a:xfrm>
        </p:grpSpPr>
        <p:sp>
          <p:nvSpPr>
            <p:cNvPr id="245" name="Shape 245"/>
            <p:cNvSpPr/>
            <p:nvPr/>
          </p:nvSpPr>
          <p:spPr>
            <a:xfrm>
              <a:off x="3951850" y="2985350"/>
              <a:ext cx="314800" cy="314825"/>
            </a:xfrm>
            <a:custGeom>
              <a:avLst/>
              <a:gdLst/>
              <a:ahLst/>
              <a:cxnLst/>
              <a:rect l="0" t="0" r="0" b="0"/>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46" name="Shape 246"/>
            <p:cNvSpPr/>
            <p:nvPr/>
          </p:nvSpPr>
          <p:spPr>
            <a:xfrm>
              <a:off x="3988375" y="3021875"/>
              <a:ext cx="241750" cy="241750"/>
            </a:xfrm>
            <a:custGeom>
              <a:avLst/>
              <a:gdLst/>
              <a:ahLst/>
              <a:cxnLst/>
              <a:rect l="0" t="0" r="0" b="0"/>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47" name="Shape 247"/>
            <p:cNvSpPr/>
            <p:nvPr/>
          </p:nvSpPr>
          <p:spPr>
            <a:xfrm>
              <a:off x="4024300" y="3058425"/>
              <a:ext cx="84650" cy="84650"/>
            </a:xfrm>
            <a:custGeom>
              <a:avLst/>
              <a:gdLst/>
              <a:ahLst/>
              <a:cxnLst/>
              <a:rect l="0" t="0" r="0" b="0"/>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48" name="Shape 248"/>
            <p:cNvSpPr/>
            <p:nvPr/>
          </p:nvSpPr>
          <p:spPr>
            <a:xfrm>
              <a:off x="4205750" y="3248375"/>
              <a:ext cx="154050" cy="153475"/>
            </a:xfrm>
            <a:custGeom>
              <a:avLst/>
              <a:gdLst/>
              <a:ahLst/>
              <a:cxnLst/>
              <a:rect l="0" t="0" r="0" b="0"/>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nvGrpSpPr>
          <p:cNvPr id="249" name="Shape 249"/>
          <p:cNvGrpSpPr/>
          <p:nvPr/>
        </p:nvGrpSpPr>
        <p:grpSpPr>
          <a:xfrm rot="10800000" flipH="1">
            <a:off x="-88363" y="302261"/>
            <a:ext cx="1034724" cy="895486"/>
            <a:chOff x="238125" y="1431100"/>
            <a:chExt cx="3296350" cy="2852775"/>
          </a:xfrm>
        </p:grpSpPr>
        <p:sp>
          <p:nvSpPr>
            <p:cNvPr id="250" name="Shape 250"/>
            <p:cNvSpPr/>
            <p:nvPr/>
          </p:nvSpPr>
          <p:spPr>
            <a:xfrm>
              <a:off x="980725" y="4136025"/>
              <a:ext cx="157950" cy="147850"/>
            </a:xfrm>
            <a:custGeom>
              <a:avLst/>
              <a:gdLst/>
              <a:ahLst/>
              <a:cxnLst/>
              <a:rect l="0" t="0" r="0" b="0"/>
              <a:pathLst>
                <a:path w="6318" h="5914" extrusionOk="0">
                  <a:moveTo>
                    <a:pt x="403" y="0"/>
                  </a:moveTo>
                  <a:lnTo>
                    <a:pt x="0" y="269"/>
                  </a:lnTo>
                  <a:lnTo>
                    <a:pt x="3226" y="5914"/>
                  </a:lnTo>
                  <a:lnTo>
                    <a:pt x="6317" y="5914"/>
                  </a:lnTo>
                  <a:lnTo>
                    <a:pt x="403"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251" name="Shape 251"/>
            <p:cNvSpPr/>
            <p:nvPr/>
          </p:nvSpPr>
          <p:spPr>
            <a:xfrm>
              <a:off x="849675" y="3907525"/>
              <a:ext cx="386425" cy="376350"/>
            </a:xfrm>
            <a:custGeom>
              <a:avLst/>
              <a:gdLst/>
              <a:ahLst/>
              <a:cxnLst/>
              <a:rect l="0" t="0" r="0" b="0"/>
              <a:pathLst>
                <a:path w="15457" h="15054" extrusionOk="0">
                  <a:moveTo>
                    <a:pt x="403" y="0"/>
                  </a:moveTo>
                  <a:lnTo>
                    <a:pt x="0" y="269"/>
                  </a:lnTo>
                  <a:lnTo>
                    <a:pt x="5242" y="9543"/>
                  </a:lnTo>
                  <a:lnTo>
                    <a:pt x="10887" y="15054"/>
                  </a:lnTo>
                  <a:lnTo>
                    <a:pt x="15457" y="15054"/>
                  </a:lnTo>
                  <a:lnTo>
                    <a:pt x="403"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252" name="Shape 252"/>
            <p:cNvSpPr/>
            <p:nvPr/>
          </p:nvSpPr>
          <p:spPr>
            <a:xfrm>
              <a:off x="715250" y="3675675"/>
              <a:ext cx="618300" cy="608200"/>
            </a:xfrm>
            <a:custGeom>
              <a:avLst/>
              <a:gdLst/>
              <a:ahLst/>
              <a:cxnLst/>
              <a:rect l="0" t="0" r="0" b="0"/>
              <a:pathLst>
                <a:path w="24732" h="24328" extrusionOk="0">
                  <a:moveTo>
                    <a:pt x="404" y="0"/>
                  </a:moveTo>
                  <a:lnTo>
                    <a:pt x="1" y="404"/>
                  </a:lnTo>
                  <a:lnTo>
                    <a:pt x="5377" y="9543"/>
                  </a:lnTo>
                  <a:lnTo>
                    <a:pt x="20162"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253" name="Shape 253"/>
            <p:cNvSpPr/>
            <p:nvPr/>
          </p:nvSpPr>
          <p:spPr>
            <a:xfrm>
              <a:off x="584200" y="3447175"/>
              <a:ext cx="846800" cy="836700"/>
            </a:xfrm>
            <a:custGeom>
              <a:avLst/>
              <a:gdLst/>
              <a:ahLst/>
              <a:cxnLst/>
              <a:rect l="0" t="0" r="0" b="0"/>
              <a:pathLst>
                <a:path w="33872" h="33468" extrusionOk="0">
                  <a:moveTo>
                    <a:pt x="404" y="1"/>
                  </a:moveTo>
                  <a:lnTo>
                    <a:pt x="1" y="270"/>
                  </a:lnTo>
                  <a:lnTo>
                    <a:pt x="5243" y="9544"/>
                  </a:lnTo>
                  <a:lnTo>
                    <a:pt x="29167" y="33468"/>
                  </a:lnTo>
                  <a:lnTo>
                    <a:pt x="33872"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254" name="Shape 254"/>
            <p:cNvSpPr/>
            <p:nvPr/>
          </p:nvSpPr>
          <p:spPr>
            <a:xfrm>
              <a:off x="449800" y="3218700"/>
              <a:ext cx="1078650" cy="1065175"/>
            </a:xfrm>
            <a:custGeom>
              <a:avLst/>
              <a:gdLst/>
              <a:ahLst/>
              <a:cxnLst/>
              <a:rect l="0" t="0" r="0" b="0"/>
              <a:pathLst>
                <a:path w="43146" h="42607" extrusionOk="0">
                  <a:moveTo>
                    <a:pt x="404" y="0"/>
                  </a:moveTo>
                  <a:lnTo>
                    <a:pt x="1"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255" name="Shape 255"/>
            <p:cNvSpPr/>
            <p:nvPr/>
          </p:nvSpPr>
          <p:spPr>
            <a:xfrm>
              <a:off x="318750" y="2990200"/>
              <a:ext cx="1307150" cy="1293675"/>
            </a:xfrm>
            <a:custGeom>
              <a:avLst/>
              <a:gdLst/>
              <a:ahLst/>
              <a:cxnLst/>
              <a:rect l="0" t="0" r="0" b="0"/>
              <a:pathLst>
                <a:path w="52286" h="51747" extrusionOk="0">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256" name="Shape 256"/>
            <p:cNvSpPr/>
            <p:nvPr/>
          </p:nvSpPr>
          <p:spPr>
            <a:xfrm>
              <a:off x="1286500" y="3964650"/>
              <a:ext cx="436850" cy="319225"/>
            </a:xfrm>
            <a:custGeom>
              <a:avLst/>
              <a:gdLst/>
              <a:ahLst/>
              <a:cxnLst/>
              <a:rect l="0" t="0" r="0" b="0"/>
              <a:pathLst>
                <a:path w="17474" h="12769" extrusionOk="0">
                  <a:moveTo>
                    <a:pt x="0" y="0"/>
                  </a:moveTo>
                  <a:lnTo>
                    <a:pt x="12769" y="12769"/>
                  </a:lnTo>
                  <a:lnTo>
                    <a:pt x="17473" y="12769"/>
                  </a:lnTo>
                  <a:lnTo>
                    <a:pt x="4704"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257" name="Shape 257"/>
            <p:cNvSpPr/>
            <p:nvPr/>
          </p:nvSpPr>
          <p:spPr>
            <a:xfrm>
              <a:off x="238125" y="2822200"/>
              <a:ext cx="924075" cy="1008075"/>
            </a:xfrm>
            <a:custGeom>
              <a:avLst/>
              <a:gdLst/>
              <a:ahLst/>
              <a:cxnLst/>
              <a:rect l="0" t="0" r="0" b="0"/>
              <a:pathLst>
                <a:path w="36963" h="40323" extrusionOk="0">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258" name="Shape 258"/>
            <p:cNvSpPr/>
            <p:nvPr/>
          </p:nvSpPr>
          <p:spPr>
            <a:xfrm>
              <a:off x="138392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259" name="Shape 259"/>
            <p:cNvSpPr/>
            <p:nvPr/>
          </p:nvSpPr>
          <p:spPr>
            <a:xfrm>
              <a:off x="251550" y="2761700"/>
              <a:ext cx="779600" cy="840075"/>
            </a:xfrm>
            <a:custGeom>
              <a:avLst/>
              <a:gdLst/>
              <a:ahLst/>
              <a:cxnLst/>
              <a:rect l="0" t="0" r="0" b="0"/>
              <a:pathLst>
                <a:path w="31184" h="33603" extrusionOk="0">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260" name="Shape 260"/>
            <p:cNvSpPr/>
            <p:nvPr/>
          </p:nvSpPr>
          <p:spPr>
            <a:xfrm>
              <a:off x="288525" y="2697875"/>
              <a:ext cx="608200" cy="675400"/>
            </a:xfrm>
            <a:custGeom>
              <a:avLst/>
              <a:gdLst/>
              <a:ahLst/>
              <a:cxnLst/>
              <a:rect l="0" t="0" r="0" b="0"/>
              <a:pathLst>
                <a:path w="24328" h="27016" extrusionOk="0">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261" name="Shape 261"/>
            <p:cNvSpPr/>
            <p:nvPr/>
          </p:nvSpPr>
          <p:spPr>
            <a:xfrm>
              <a:off x="1481375" y="396465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262" name="Shape 262"/>
            <p:cNvSpPr/>
            <p:nvPr/>
          </p:nvSpPr>
          <p:spPr>
            <a:xfrm>
              <a:off x="1578825" y="3964650"/>
              <a:ext cx="433500" cy="319225"/>
            </a:xfrm>
            <a:custGeom>
              <a:avLst/>
              <a:gdLst/>
              <a:ahLst/>
              <a:cxnLst/>
              <a:rect l="0" t="0" r="0" b="0"/>
              <a:pathLst>
                <a:path w="17340" h="12769" extrusionOk="0">
                  <a:moveTo>
                    <a:pt x="1" y="0"/>
                  </a:moveTo>
                  <a:lnTo>
                    <a:pt x="12769" y="12769"/>
                  </a:lnTo>
                  <a:lnTo>
                    <a:pt x="17339" y="12769"/>
                  </a:lnTo>
                  <a:lnTo>
                    <a:pt x="4570" y="0"/>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263" name="Shape 263"/>
            <p:cNvSpPr/>
            <p:nvPr/>
          </p:nvSpPr>
          <p:spPr>
            <a:xfrm>
              <a:off x="322125" y="2637375"/>
              <a:ext cx="443550" cy="504050"/>
            </a:xfrm>
            <a:custGeom>
              <a:avLst/>
              <a:gdLst/>
              <a:ahLst/>
              <a:cxnLst/>
              <a:rect l="0" t="0" r="0" b="0"/>
              <a:pathLst>
                <a:path w="17742" h="20162" extrusionOk="0">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264" name="Shape 264"/>
            <p:cNvSpPr/>
            <p:nvPr/>
          </p:nvSpPr>
          <p:spPr>
            <a:xfrm>
              <a:off x="359075" y="2576900"/>
              <a:ext cx="275575" cy="336050"/>
            </a:xfrm>
            <a:custGeom>
              <a:avLst/>
              <a:gdLst/>
              <a:ahLst/>
              <a:cxnLst/>
              <a:rect l="0" t="0" r="0" b="0"/>
              <a:pathLst>
                <a:path w="11023" h="13442" extrusionOk="0">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265" name="Shape 265"/>
            <p:cNvSpPr/>
            <p:nvPr/>
          </p:nvSpPr>
          <p:spPr>
            <a:xfrm>
              <a:off x="1676275" y="396465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266" name="Shape 266"/>
            <p:cNvSpPr/>
            <p:nvPr/>
          </p:nvSpPr>
          <p:spPr>
            <a:xfrm>
              <a:off x="392675" y="2513050"/>
              <a:ext cx="275575" cy="309175"/>
            </a:xfrm>
            <a:custGeom>
              <a:avLst/>
              <a:gdLst/>
              <a:ahLst/>
              <a:cxnLst/>
              <a:rect l="0" t="0" r="0" b="0"/>
              <a:pathLst>
                <a:path w="11023" h="12367" extrusionOk="0">
                  <a:moveTo>
                    <a:pt x="1748" y="1"/>
                  </a:moveTo>
                  <a:lnTo>
                    <a:pt x="1" y="2958"/>
                  </a:lnTo>
                  <a:lnTo>
                    <a:pt x="9409" y="12366"/>
                  </a:lnTo>
                  <a:lnTo>
                    <a:pt x="11022" y="9409"/>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267" name="Shape 267"/>
            <p:cNvSpPr/>
            <p:nvPr/>
          </p:nvSpPr>
          <p:spPr>
            <a:xfrm>
              <a:off x="1773725" y="3964650"/>
              <a:ext cx="433475" cy="319225"/>
            </a:xfrm>
            <a:custGeom>
              <a:avLst/>
              <a:gdLst/>
              <a:ahLst/>
              <a:cxnLst/>
              <a:rect l="0" t="0" r="0" b="0"/>
              <a:pathLst>
                <a:path w="17339" h="12769" extrusionOk="0">
                  <a:moveTo>
                    <a:pt x="0" y="0"/>
                  </a:moveTo>
                  <a:lnTo>
                    <a:pt x="12634" y="12769"/>
                  </a:lnTo>
                  <a:lnTo>
                    <a:pt x="17339" y="12769"/>
                  </a:lnTo>
                  <a:lnTo>
                    <a:pt x="4570" y="0"/>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268" name="Shape 268"/>
            <p:cNvSpPr/>
            <p:nvPr/>
          </p:nvSpPr>
          <p:spPr>
            <a:xfrm>
              <a:off x="429650" y="24525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269" name="Shape 269"/>
            <p:cNvSpPr/>
            <p:nvPr/>
          </p:nvSpPr>
          <p:spPr>
            <a:xfrm>
              <a:off x="1871150" y="3964650"/>
              <a:ext cx="433500" cy="319225"/>
            </a:xfrm>
            <a:custGeom>
              <a:avLst/>
              <a:gdLst/>
              <a:ahLst/>
              <a:cxnLst/>
              <a:rect l="0" t="0" r="0" b="0"/>
              <a:pathLst>
                <a:path w="17340" h="12769" extrusionOk="0">
                  <a:moveTo>
                    <a:pt x="1" y="0"/>
                  </a:moveTo>
                  <a:lnTo>
                    <a:pt x="12635" y="12769"/>
                  </a:lnTo>
                  <a:lnTo>
                    <a:pt x="17340" y="12769"/>
                  </a:lnTo>
                  <a:lnTo>
                    <a:pt x="4571" y="0"/>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270" name="Shape 270"/>
            <p:cNvSpPr/>
            <p:nvPr/>
          </p:nvSpPr>
          <p:spPr>
            <a:xfrm>
              <a:off x="1965250" y="3964650"/>
              <a:ext cx="436850" cy="319225"/>
            </a:xfrm>
            <a:custGeom>
              <a:avLst/>
              <a:gdLst/>
              <a:ahLst/>
              <a:cxnLst/>
              <a:rect l="0" t="0" r="0" b="0"/>
              <a:pathLst>
                <a:path w="17474" h="12769" extrusionOk="0">
                  <a:moveTo>
                    <a:pt x="0" y="0"/>
                  </a:moveTo>
                  <a:lnTo>
                    <a:pt x="12769" y="12769"/>
                  </a:lnTo>
                  <a:lnTo>
                    <a:pt x="17473" y="12769"/>
                  </a:lnTo>
                  <a:lnTo>
                    <a:pt x="4705"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271" name="Shape 271"/>
            <p:cNvSpPr/>
            <p:nvPr/>
          </p:nvSpPr>
          <p:spPr>
            <a:xfrm>
              <a:off x="466600" y="23921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272" name="Shape 272"/>
            <p:cNvSpPr/>
            <p:nvPr/>
          </p:nvSpPr>
          <p:spPr>
            <a:xfrm>
              <a:off x="206270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273" name="Shape 273"/>
            <p:cNvSpPr/>
            <p:nvPr/>
          </p:nvSpPr>
          <p:spPr>
            <a:xfrm>
              <a:off x="500200" y="2328250"/>
              <a:ext cx="275575" cy="309150"/>
            </a:xfrm>
            <a:custGeom>
              <a:avLst/>
              <a:gdLst/>
              <a:ahLst/>
              <a:cxnLst/>
              <a:rect l="0" t="0" r="0" b="0"/>
              <a:pathLst>
                <a:path w="11023" h="12366" extrusionOk="0">
                  <a:moveTo>
                    <a:pt x="1748" y="1"/>
                  </a:moveTo>
                  <a:lnTo>
                    <a:pt x="1" y="2957"/>
                  </a:lnTo>
                  <a:lnTo>
                    <a:pt x="9275" y="12366"/>
                  </a:lnTo>
                  <a:lnTo>
                    <a:pt x="11022" y="9409"/>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274" name="Shape 274"/>
            <p:cNvSpPr/>
            <p:nvPr/>
          </p:nvSpPr>
          <p:spPr>
            <a:xfrm>
              <a:off x="537175" y="2267775"/>
              <a:ext cx="275550" cy="305800"/>
            </a:xfrm>
            <a:custGeom>
              <a:avLst/>
              <a:gdLst/>
              <a:ahLst/>
              <a:cxnLst/>
              <a:rect l="0" t="0" r="0" b="0"/>
              <a:pathLst>
                <a:path w="11022" h="12232" extrusionOk="0">
                  <a:moveTo>
                    <a:pt x="1613" y="0"/>
                  </a:moveTo>
                  <a:lnTo>
                    <a:pt x="0" y="2957"/>
                  </a:lnTo>
                  <a:lnTo>
                    <a:pt x="9274" y="12231"/>
                  </a:lnTo>
                  <a:lnTo>
                    <a:pt x="11022" y="9274"/>
                  </a:lnTo>
                  <a:lnTo>
                    <a:pt x="1613"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275" name="Shape 275"/>
            <p:cNvSpPr/>
            <p:nvPr/>
          </p:nvSpPr>
          <p:spPr>
            <a:xfrm>
              <a:off x="216015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276" name="Shape 276"/>
            <p:cNvSpPr/>
            <p:nvPr/>
          </p:nvSpPr>
          <p:spPr>
            <a:xfrm>
              <a:off x="570775" y="2207275"/>
              <a:ext cx="275550" cy="305800"/>
            </a:xfrm>
            <a:custGeom>
              <a:avLst/>
              <a:gdLst/>
              <a:ahLst/>
              <a:cxnLst/>
              <a:rect l="0" t="0" r="0" b="0"/>
              <a:pathLst>
                <a:path w="11022" h="12232" extrusionOk="0">
                  <a:moveTo>
                    <a:pt x="1748" y="1"/>
                  </a:moveTo>
                  <a:lnTo>
                    <a:pt x="0" y="2958"/>
                  </a:lnTo>
                  <a:lnTo>
                    <a:pt x="9409" y="12232"/>
                  </a:lnTo>
                  <a:lnTo>
                    <a:pt x="11022" y="9275"/>
                  </a:lnTo>
                  <a:lnTo>
                    <a:pt x="1748"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277" name="Shape 277"/>
            <p:cNvSpPr/>
            <p:nvPr/>
          </p:nvSpPr>
          <p:spPr>
            <a:xfrm>
              <a:off x="225757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278" name="Shape 278"/>
            <p:cNvSpPr/>
            <p:nvPr/>
          </p:nvSpPr>
          <p:spPr>
            <a:xfrm>
              <a:off x="2355025" y="3964650"/>
              <a:ext cx="383100" cy="319225"/>
            </a:xfrm>
            <a:custGeom>
              <a:avLst/>
              <a:gdLst/>
              <a:ahLst/>
              <a:cxnLst/>
              <a:rect l="0" t="0" r="0" b="0"/>
              <a:pathLst>
                <a:path w="15324" h="12769" extrusionOk="0">
                  <a:moveTo>
                    <a:pt x="1" y="0"/>
                  </a:moveTo>
                  <a:lnTo>
                    <a:pt x="12769" y="12769"/>
                  </a:lnTo>
                  <a:lnTo>
                    <a:pt x="14248" y="12769"/>
                  </a:lnTo>
                  <a:lnTo>
                    <a:pt x="15323" y="10753"/>
                  </a:lnTo>
                  <a:lnTo>
                    <a:pt x="4570" y="0"/>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279" name="Shape 279"/>
            <p:cNvSpPr/>
            <p:nvPr/>
          </p:nvSpPr>
          <p:spPr>
            <a:xfrm>
              <a:off x="607725" y="2146800"/>
              <a:ext cx="275575" cy="305800"/>
            </a:xfrm>
            <a:custGeom>
              <a:avLst/>
              <a:gdLst/>
              <a:ahLst/>
              <a:cxnLst/>
              <a:rect l="0" t="0" r="0" b="0"/>
              <a:pathLst>
                <a:path w="11023" h="12232" extrusionOk="0">
                  <a:moveTo>
                    <a:pt x="1614" y="1"/>
                  </a:moveTo>
                  <a:lnTo>
                    <a:pt x="1" y="2823"/>
                  </a:lnTo>
                  <a:lnTo>
                    <a:pt x="9275" y="12232"/>
                  </a:lnTo>
                  <a:lnTo>
                    <a:pt x="11022" y="9275"/>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280" name="Shape 280"/>
            <p:cNvSpPr/>
            <p:nvPr/>
          </p:nvSpPr>
          <p:spPr>
            <a:xfrm>
              <a:off x="2452475" y="3941125"/>
              <a:ext cx="322600" cy="305800"/>
            </a:xfrm>
            <a:custGeom>
              <a:avLst/>
              <a:gdLst/>
              <a:ahLst/>
              <a:cxnLst/>
              <a:rect l="0" t="0" r="0" b="0"/>
              <a:pathLst>
                <a:path w="12904" h="12232" extrusionOk="0">
                  <a:moveTo>
                    <a:pt x="3495" y="1"/>
                  </a:moveTo>
                  <a:lnTo>
                    <a:pt x="2957" y="941"/>
                  </a:lnTo>
                  <a:lnTo>
                    <a:pt x="0" y="941"/>
                  </a:lnTo>
                  <a:lnTo>
                    <a:pt x="11156" y="12232"/>
                  </a:lnTo>
                  <a:lnTo>
                    <a:pt x="12904" y="9275"/>
                  </a:lnTo>
                  <a:lnTo>
                    <a:pt x="3495"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281" name="Shape 281"/>
            <p:cNvSpPr/>
            <p:nvPr/>
          </p:nvSpPr>
          <p:spPr>
            <a:xfrm>
              <a:off x="641325" y="2082950"/>
              <a:ext cx="275575" cy="305800"/>
            </a:xfrm>
            <a:custGeom>
              <a:avLst/>
              <a:gdLst/>
              <a:ahLst/>
              <a:cxnLst/>
              <a:rect l="0" t="0" r="0" b="0"/>
              <a:pathLst>
                <a:path w="11023" h="12232" extrusionOk="0">
                  <a:moveTo>
                    <a:pt x="1748" y="1"/>
                  </a:moveTo>
                  <a:lnTo>
                    <a:pt x="1" y="2958"/>
                  </a:lnTo>
                  <a:lnTo>
                    <a:pt x="9409" y="12232"/>
                  </a:lnTo>
                  <a:lnTo>
                    <a:pt x="11022" y="9409"/>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282" name="Shape 282"/>
            <p:cNvSpPr/>
            <p:nvPr/>
          </p:nvSpPr>
          <p:spPr>
            <a:xfrm>
              <a:off x="678300" y="20224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283" name="Shape 283"/>
            <p:cNvSpPr/>
            <p:nvPr/>
          </p:nvSpPr>
          <p:spPr>
            <a:xfrm>
              <a:off x="2533125" y="3877275"/>
              <a:ext cx="275550" cy="309175"/>
            </a:xfrm>
            <a:custGeom>
              <a:avLst/>
              <a:gdLst/>
              <a:ahLst/>
              <a:cxnLst/>
              <a:rect l="0" t="0" r="0" b="0"/>
              <a:pathLst>
                <a:path w="11022" h="12367" extrusionOk="0">
                  <a:moveTo>
                    <a:pt x="1748" y="1"/>
                  </a:moveTo>
                  <a:lnTo>
                    <a:pt x="0" y="2958"/>
                  </a:lnTo>
                  <a:lnTo>
                    <a:pt x="9409" y="12366"/>
                  </a:lnTo>
                  <a:lnTo>
                    <a:pt x="11022" y="9409"/>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284" name="Shape 284"/>
            <p:cNvSpPr/>
            <p:nvPr/>
          </p:nvSpPr>
          <p:spPr>
            <a:xfrm>
              <a:off x="2570075" y="3816800"/>
              <a:ext cx="275575" cy="305800"/>
            </a:xfrm>
            <a:custGeom>
              <a:avLst/>
              <a:gdLst/>
              <a:ahLst/>
              <a:cxnLst/>
              <a:rect l="0" t="0" r="0" b="0"/>
              <a:pathLst>
                <a:path w="11023" h="12232" extrusionOk="0">
                  <a:moveTo>
                    <a:pt x="1614" y="1"/>
                  </a:moveTo>
                  <a:lnTo>
                    <a:pt x="1" y="2957"/>
                  </a:lnTo>
                  <a:lnTo>
                    <a:pt x="9275" y="12232"/>
                  </a:lnTo>
                  <a:lnTo>
                    <a:pt x="11022" y="9275"/>
                  </a:lnTo>
                  <a:lnTo>
                    <a:pt x="1614" y="1"/>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285" name="Shape 285"/>
            <p:cNvSpPr/>
            <p:nvPr/>
          </p:nvSpPr>
          <p:spPr>
            <a:xfrm>
              <a:off x="711900" y="1962000"/>
              <a:ext cx="275550" cy="305800"/>
            </a:xfrm>
            <a:custGeom>
              <a:avLst/>
              <a:gdLst/>
              <a:ahLst/>
              <a:cxnLst/>
              <a:rect l="0" t="0" r="0" b="0"/>
              <a:pathLst>
                <a:path w="11022" h="12232" extrusionOk="0">
                  <a:moveTo>
                    <a:pt x="1748" y="0"/>
                  </a:moveTo>
                  <a:lnTo>
                    <a:pt x="0" y="2957"/>
                  </a:lnTo>
                  <a:lnTo>
                    <a:pt x="9409" y="12231"/>
                  </a:lnTo>
                  <a:lnTo>
                    <a:pt x="11022" y="9274"/>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286" name="Shape 286"/>
            <p:cNvSpPr/>
            <p:nvPr/>
          </p:nvSpPr>
          <p:spPr>
            <a:xfrm>
              <a:off x="2603675" y="37563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287" name="Shape 287"/>
            <p:cNvSpPr/>
            <p:nvPr/>
          </p:nvSpPr>
          <p:spPr>
            <a:xfrm>
              <a:off x="748850" y="1898150"/>
              <a:ext cx="275575" cy="309150"/>
            </a:xfrm>
            <a:custGeom>
              <a:avLst/>
              <a:gdLst/>
              <a:ahLst/>
              <a:cxnLst/>
              <a:rect l="0" t="0" r="0" b="0"/>
              <a:pathLst>
                <a:path w="11023" h="12366" extrusionOk="0">
                  <a:moveTo>
                    <a:pt x="1748" y="0"/>
                  </a:moveTo>
                  <a:lnTo>
                    <a:pt x="1" y="2957"/>
                  </a:lnTo>
                  <a:lnTo>
                    <a:pt x="9275" y="12366"/>
                  </a:lnTo>
                  <a:lnTo>
                    <a:pt x="11022" y="9409"/>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288" name="Shape 288"/>
            <p:cNvSpPr/>
            <p:nvPr/>
          </p:nvSpPr>
          <p:spPr>
            <a:xfrm>
              <a:off x="2640650" y="36924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289" name="Shape 289"/>
            <p:cNvSpPr/>
            <p:nvPr/>
          </p:nvSpPr>
          <p:spPr>
            <a:xfrm>
              <a:off x="785825" y="1837675"/>
              <a:ext cx="275550" cy="305800"/>
            </a:xfrm>
            <a:custGeom>
              <a:avLst/>
              <a:gdLst/>
              <a:ahLst/>
              <a:cxnLst/>
              <a:rect l="0" t="0" r="0" b="0"/>
              <a:pathLst>
                <a:path w="11022" h="12232" extrusionOk="0">
                  <a:moveTo>
                    <a:pt x="1613" y="0"/>
                  </a:moveTo>
                  <a:lnTo>
                    <a:pt x="0" y="2957"/>
                  </a:lnTo>
                  <a:lnTo>
                    <a:pt x="9275" y="12231"/>
                  </a:lnTo>
                  <a:lnTo>
                    <a:pt x="11022" y="9274"/>
                  </a:lnTo>
                  <a:lnTo>
                    <a:pt x="1613"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290" name="Shape 290"/>
            <p:cNvSpPr/>
            <p:nvPr/>
          </p:nvSpPr>
          <p:spPr>
            <a:xfrm>
              <a:off x="2677600" y="3632000"/>
              <a:ext cx="275575" cy="305800"/>
            </a:xfrm>
            <a:custGeom>
              <a:avLst/>
              <a:gdLst/>
              <a:ahLst/>
              <a:cxnLst/>
              <a:rect l="0" t="0" r="0" b="0"/>
              <a:pathLst>
                <a:path w="11023" h="12232" extrusionOk="0">
                  <a:moveTo>
                    <a:pt x="1614" y="0"/>
                  </a:moveTo>
                  <a:lnTo>
                    <a:pt x="1" y="2957"/>
                  </a:lnTo>
                  <a:lnTo>
                    <a:pt x="9275" y="12231"/>
                  </a:lnTo>
                  <a:lnTo>
                    <a:pt x="11022" y="9274"/>
                  </a:lnTo>
                  <a:lnTo>
                    <a:pt x="1614"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291" name="Shape 291"/>
            <p:cNvSpPr/>
            <p:nvPr/>
          </p:nvSpPr>
          <p:spPr>
            <a:xfrm>
              <a:off x="819425" y="1777175"/>
              <a:ext cx="275550" cy="305800"/>
            </a:xfrm>
            <a:custGeom>
              <a:avLst/>
              <a:gdLst/>
              <a:ahLst/>
              <a:cxnLst/>
              <a:rect l="0" t="0" r="0" b="0"/>
              <a:pathLst>
                <a:path w="11022" h="12232" extrusionOk="0">
                  <a:moveTo>
                    <a:pt x="1748" y="1"/>
                  </a:moveTo>
                  <a:lnTo>
                    <a:pt x="0" y="2958"/>
                  </a:lnTo>
                  <a:lnTo>
                    <a:pt x="9275" y="12232"/>
                  </a:lnTo>
                  <a:lnTo>
                    <a:pt x="11022" y="9275"/>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292" name="Shape 292"/>
            <p:cNvSpPr/>
            <p:nvPr/>
          </p:nvSpPr>
          <p:spPr>
            <a:xfrm>
              <a:off x="2711200" y="35715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293" name="Shape 293"/>
            <p:cNvSpPr/>
            <p:nvPr/>
          </p:nvSpPr>
          <p:spPr>
            <a:xfrm>
              <a:off x="856375" y="1713350"/>
              <a:ext cx="275575" cy="309150"/>
            </a:xfrm>
            <a:custGeom>
              <a:avLst/>
              <a:gdLst/>
              <a:ahLst/>
              <a:cxnLst/>
              <a:rect l="0" t="0" r="0" b="0"/>
              <a:pathLst>
                <a:path w="11023" h="12366" extrusionOk="0">
                  <a:moveTo>
                    <a:pt x="1614" y="0"/>
                  </a:moveTo>
                  <a:lnTo>
                    <a:pt x="1" y="2957"/>
                  </a:lnTo>
                  <a:lnTo>
                    <a:pt x="9275" y="12366"/>
                  </a:lnTo>
                  <a:lnTo>
                    <a:pt x="11022" y="9409"/>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294" name="Shape 294"/>
            <p:cNvSpPr/>
            <p:nvPr/>
          </p:nvSpPr>
          <p:spPr>
            <a:xfrm>
              <a:off x="890000" y="1652850"/>
              <a:ext cx="275550" cy="305800"/>
            </a:xfrm>
            <a:custGeom>
              <a:avLst/>
              <a:gdLst/>
              <a:ahLst/>
              <a:cxnLst/>
              <a:rect l="0" t="0" r="0" b="0"/>
              <a:pathLst>
                <a:path w="11022" h="12232" extrusionOk="0">
                  <a:moveTo>
                    <a:pt x="1747" y="1"/>
                  </a:moveTo>
                  <a:lnTo>
                    <a:pt x="0" y="2958"/>
                  </a:lnTo>
                  <a:lnTo>
                    <a:pt x="9409" y="12232"/>
                  </a:lnTo>
                  <a:lnTo>
                    <a:pt x="11021" y="9275"/>
                  </a:lnTo>
                  <a:lnTo>
                    <a:pt x="1747"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295" name="Shape 295"/>
            <p:cNvSpPr/>
            <p:nvPr/>
          </p:nvSpPr>
          <p:spPr>
            <a:xfrm>
              <a:off x="2748175" y="3511025"/>
              <a:ext cx="275550" cy="305800"/>
            </a:xfrm>
            <a:custGeom>
              <a:avLst/>
              <a:gdLst/>
              <a:ahLst/>
              <a:cxnLst/>
              <a:rect l="0" t="0" r="0" b="0"/>
              <a:pathLst>
                <a:path w="11022" h="12232" extrusionOk="0">
                  <a:moveTo>
                    <a:pt x="1613" y="1"/>
                  </a:moveTo>
                  <a:lnTo>
                    <a:pt x="0" y="2823"/>
                  </a:lnTo>
                  <a:lnTo>
                    <a:pt x="9274" y="12232"/>
                  </a:lnTo>
                  <a:lnTo>
                    <a:pt x="11022" y="9275"/>
                  </a:lnTo>
                  <a:lnTo>
                    <a:pt x="1613"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296" name="Shape 296"/>
            <p:cNvSpPr/>
            <p:nvPr/>
          </p:nvSpPr>
          <p:spPr>
            <a:xfrm>
              <a:off x="2781775" y="3447175"/>
              <a:ext cx="275550" cy="305800"/>
            </a:xfrm>
            <a:custGeom>
              <a:avLst/>
              <a:gdLst/>
              <a:ahLst/>
              <a:cxnLst/>
              <a:rect l="0" t="0" r="0" b="0"/>
              <a:pathLst>
                <a:path w="11022" h="12232" extrusionOk="0">
                  <a:moveTo>
                    <a:pt x="1748" y="1"/>
                  </a:moveTo>
                  <a:lnTo>
                    <a:pt x="0" y="2958"/>
                  </a:lnTo>
                  <a:lnTo>
                    <a:pt x="9409" y="12232"/>
                  </a:lnTo>
                  <a:lnTo>
                    <a:pt x="11022" y="9409"/>
                  </a:lnTo>
                  <a:lnTo>
                    <a:pt x="1748"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297" name="Shape 297"/>
            <p:cNvSpPr/>
            <p:nvPr/>
          </p:nvSpPr>
          <p:spPr>
            <a:xfrm>
              <a:off x="926950" y="1592375"/>
              <a:ext cx="275550" cy="305800"/>
            </a:xfrm>
            <a:custGeom>
              <a:avLst/>
              <a:gdLst/>
              <a:ahLst/>
              <a:cxnLst/>
              <a:rect l="0" t="0" r="0" b="0"/>
              <a:pathLst>
                <a:path w="11022" h="12232" extrusionOk="0">
                  <a:moveTo>
                    <a:pt x="1613" y="1"/>
                  </a:moveTo>
                  <a:lnTo>
                    <a:pt x="1" y="2957"/>
                  </a:lnTo>
                  <a:lnTo>
                    <a:pt x="9275" y="12231"/>
                  </a:lnTo>
                  <a:lnTo>
                    <a:pt x="11022" y="9275"/>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298" name="Shape 298"/>
            <p:cNvSpPr/>
            <p:nvPr/>
          </p:nvSpPr>
          <p:spPr>
            <a:xfrm>
              <a:off x="960550" y="1531900"/>
              <a:ext cx="275550" cy="305800"/>
            </a:xfrm>
            <a:custGeom>
              <a:avLst/>
              <a:gdLst/>
              <a:ahLst/>
              <a:cxnLst/>
              <a:rect l="0" t="0" r="0" b="0"/>
              <a:pathLst>
                <a:path w="11022" h="12232" extrusionOk="0">
                  <a:moveTo>
                    <a:pt x="1748" y="0"/>
                  </a:moveTo>
                  <a:lnTo>
                    <a:pt x="1" y="2823"/>
                  </a:lnTo>
                  <a:lnTo>
                    <a:pt x="9409" y="12231"/>
                  </a:lnTo>
                  <a:lnTo>
                    <a:pt x="11022" y="9274"/>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299" name="Shape 299"/>
            <p:cNvSpPr/>
            <p:nvPr/>
          </p:nvSpPr>
          <p:spPr>
            <a:xfrm>
              <a:off x="2818725" y="3386700"/>
              <a:ext cx="275575" cy="305800"/>
            </a:xfrm>
            <a:custGeom>
              <a:avLst/>
              <a:gdLst/>
              <a:ahLst/>
              <a:cxnLst/>
              <a:rect l="0" t="0" r="0" b="0"/>
              <a:pathLst>
                <a:path w="11023" h="12232" extrusionOk="0">
                  <a:moveTo>
                    <a:pt x="1614" y="1"/>
                  </a:moveTo>
                  <a:lnTo>
                    <a:pt x="1" y="2957"/>
                  </a:lnTo>
                  <a:lnTo>
                    <a:pt x="9275" y="12231"/>
                  </a:lnTo>
                  <a:lnTo>
                    <a:pt x="11022" y="9275"/>
                  </a:lnTo>
                  <a:lnTo>
                    <a:pt x="1614" y="1"/>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300" name="Shape 300"/>
            <p:cNvSpPr/>
            <p:nvPr/>
          </p:nvSpPr>
          <p:spPr>
            <a:xfrm>
              <a:off x="997525" y="1468050"/>
              <a:ext cx="322600" cy="305800"/>
            </a:xfrm>
            <a:custGeom>
              <a:avLst/>
              <a:gdLst/>
              <a:ahLst/>
              <a:cxnLst/>
              <a:rect l="0" t="0" r="0" b="0"/>
              <a:pathLst>
                <a:path w="12904" h="12232" extrusionOk="0">
                  <a:moveTo>
                    <a:pt x="1747" y="0"/>
                  </a:moveTo>
                  <a:lnTo>
                    <a:pt x="0" y="2957"/>
                  </a:lnTo>
                  <a:lnTo>
                    <a:pt x="9274" y="12231"/>
                  </a:lnTo>
                  <a:lnTo>
                    <a:pt x="9946" y="11291"/>
                  </a:lnTo>
                  <a:lnTo>
                    <a:pt x="12903" y="11291"/>
                  </a:lnTo>
                  <a:lnTo>
                    <a:pt x="1747"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301" name="Shape 301"/>
            <p:cNvSpPr/>
            <p:nvPr/>
          </p:nvSpPr>
          <p:spPr>
            <a:xfrm>
              <a:off x="2852325" y="33262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302" name="Shape 302"/>
            <p:cNvSpPr/>
            <p:nvPr/>
          </p:nvSpPr>
          <p:spPr>
            <a:xfrm>
              <a:off x="1034475" y="1431100"/>
              <a:ext cx="383075" cy="319225"/>
            </a:xfrm>
            <a:custGeom>
              <a:avLst/>
              <a:gdLst/>
              <a:ahLst/>
              <a:cxnLst/>
              <a:rect l="0" t="0" r="0" b="0"/>
              <a:pathLst>
                <a:path w="15323" h="12769" extrusionOk="0">
                  <a:moveTo>
                    <a:pt x="1076" y="0"/>
                  </a:moveTo>
                  <a:lnTo>
                    <a:pt x="1" y="2016"/>
                  </a:lnTo>
                  <a:lnTo>
                    <a:pt x="10619" y="12769"/>
                  </a:lnTo>
                  <a:lnTo>
                    <a:pt x="15323" y="12769"/>
                  </a:lnTo>
                  <a:lnTo>
                    <a:pt x="2554"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303" name="Shape 303"/>
            <p:cNvSpPr/>
            <p:nvPr/>
          </p:nvSpPr>
          <p:spPr>
            <a:xfrm>
              <a:off x="2889300" y="32623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304" name="Shape 304"/>
            <p:cNvSpPr/>
            <p:nvPr/>
          </p:nvSpPr>
          <p:spPr>
            <a:xfrm>
              <a:off x="10781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305" name="Shape 305"/>
            <p:cNvSpPr/>
            <p:nvPr/>
          </p:nvSpPr>
          <p:spPr>
            <a:xfrm>
              <a:off x="2926250" y="32019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306" name="Shape 306"/>
            <p:cNvSpPr/>
            <p:nvPr/>
          </p:nvSpPr>
          <p:spPr>
            <a:xfrm>
              <a:off x="1175600" y="1431100"/>
              <a:ext cx="436850" cy="319225"/>
            </a:xfrm>
            <a:custGeom>
              <a:avLst/>
              <a:gdLst/>
              <a:ahLst/>
              <a:cxnLst/>
              <a:rect l="0" t="0" r="0" b="0"/>
              <a:pathLst>
                <a:path w="17474" h="12769" extrusionOk="0">
                  <a:moveTo>
                    <a:pt x="1" y="0"/>
                  </a:moveTo>
                  <a:lnTo>
                    <a:pt x="12769" y="12769"/>
                  </a:lnTo>
                  <a:lnTo>
                    <a:pt x="17474" y="12769"/>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307" name="Shape 307"/>
            <p:cNvSpPr/>
            <p:nvPr/>
          </p:nvSpPr>
          <p:spPr>
            <a:xfrm>
              <a:off x="2959850" y="31414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308" name="Shape 308"/>
            <p:cNvSpPr/>
            <p:nvPr/>
          </p:nvSpPr>
          <p:spPr>
            <a:xfrm>
              <a:off x="2996825" y="3077575"/>
              <a:ext cx="275550" cy="309150"/>
            </a:xfrm>
            <a:custGeom>
              <a:avLst/>
              <a:gdLst/>
              <a:ahLst/>
              <a:cxnLst/>
              <a:rect l="0" t="0" r="0" b="0"/>
              <a:pathLst>
                <a:path w="11022" h="12366" extrusionOk="0">
                  <a:moveTo>
                    <a:pt x="1613" y="0"/>
                  </a:moveTo>
                  <a:lnTo>
                    <a:pt x="0" y="2957"/>
                  </a:lnTo>
                  <a:lnTo>
                    <a:pt x="9275" y="12366"/>
                  </a:lnTo>
                  <a:lnTo>
                    <a:pt x="11022" y="9409"/>
                  </a:lnTo>
                  <a:lnTo>
                    <a:pt x="1613"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309" name="Shape 309"/>
            <p:cNvSpPr/>
            <p:nvPr/>
          </p:nvSpPr>
          <p:spPr>
            <a:xfrm>
              <a:off x="1273050" y="1431100"/>
              <a:ext cx="433500" cy="319225"/>
            </a:xfrm>
            <a:custGeom>
              <a:avLst/>
              <a:gdLst/>
              <a:ahLst/>
              <a:cxnLst/>
              <a:rect l="0" t="0" r="0" b="0"/>
              <a:pathLst>
                <a:path w="17340" h="12769" extrusionOk="0">
                  <a:moveTo>
                    <a:pt x="0" y="0"/>
                  </a:moveTo>
                  <a:lnTo>
                    <a:pt x="12769" y="12769"/>
                  </a:lnTo>
                  <a:lnTo>
                    <a:pt x="17339" y="12769"/>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310" name="Shape 310"/>
            <p:cNvSpPr/>
            <p:nvPr/>
          </p:nvSpPr>
          <p:spPr>
            <a:xfrm>
              <a:off x="1370500" y="1431100"/>
              <a:ext cx="433475" cy="319225"/>
            </a:xfrm>
            <a:custGeom>
              <a:avLst/>
              <a:gdLst/>
              <a:ahLst/>
              <a:cxnLst/>
              <a:rect l="0" t="0" r="0" b="0"/>
              <a:pathLst>
                <a:path w="17339" h="12769" extrusionOk="0">
                  <a:moveTo>
                    <a:pt x="0" y="0"/>
                  </a:moveTo>
                  <a:lnTo>
                    <a:pt x="12769" y="12769"/>
                  </a:lnTo>
                  <a:lnTo>
                    <a:pt x="17339" y="12769"/>
                  </a:lnTo>
                  <a:lnTo>
                    <a:pt x="4705"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311" name="Shape 311"/>
            <p:cNvSpPr/>
            <p:nvPr/>
          </p:nvSpPr>
          <p:spPr>
            <a:xfrm>
              <a:off x="3030425" y="3017075"/>
              <a:ext cx="275550" cy="305800"/>
            </a:xfrm>
            <a:custGeom>
              <a:avLst/>
              <a:gdLst/>
              <a:ahLst/>
              <a:cxnLst/>
              <a:rect l="0" t="0" r="0" b="0"/>
              <a:pathLst>
                <a:path w="11022" h="12232" extrusionOk="0">
                  <a:moveTo>
                    <a:pt x="1748" y="1"/>
                  </a:moveTo>
                  <a:lnTo>
                    <a:pt x="1" y="2958"/>
                  </a:lnTo>
                  <a:lnTo>
                    <a:pt x="9409" y="12232"/>
                  </a:lnTo>
                  <a:lnTo>
                    <a:pt x="11022" y="9275"/>
                  </a:lnTo>
                  <a:lnTo>
                    <a:pt x="1748" y="1"/>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312" name="Shape 312"/>
            <p:cNvSpPr/>
            <p:nvPr/>
          </p:nvSpPr>
          <p:spPr>
            <a:xfrm>
              <a:off x="1467950" y="143110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313" name="Shape 313"/>
            <p:cNvSpPr/>
            <p:nvPr/>
          </p:nvSpPr>
          <p:spPr>
            <a:xfrm>
              <a:off x="3067375" y="2956600"/>
              <a:ext cx="275575" cy="305800"/>
            </a:xfrm>
            <a:custGeom>
              <a:avLst/>
              <a:gdLst/>
              <a:ahLst/>
              <a:cxnLst/>
              <a:rect l="0" t="0" r="0" b="0"/>
              <a:pathLst>
                <a:path w="11023" h="12232" extrusionOk="0">
                  <a:moveTo>
                    <a:pt x="1614" y="0"/>
                  </a:moveTo>
                  <a:lnTo>
                    <a:pt x="1" y="2957"/>
                  </a:lnTo>
                  <a:lnTo>
                    <a:pt x="9275" y="12231"/>
                  </a:lnTo>
                  <a:lnTo>
                    <a:pt x="11022" y="9275"/>
                  </a:lnTo>
                  <a:lnTo>
                    <a:pt x="1614"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314" name="Shape 314"/>
            <p:cNvSpPr/>
            <p:nvPr/>
          </p:nvSpPr>
          <p:spPr>
            <a:xfrm>
              <a:off x="156537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315" name="Shape 315"/>
            <p:cNvSpPr/>
            <p:nvPr/>
          </p:nvSpPr>
          <p:spPr>
            <a:xfrm>
              <a:off x="3101000" y="2896125"/>
              <a:ext cx="275550" cy="305800"/>
            </a:xfrm>
            <a:custGeom>
              <a:avLst/>
              <a:gdLst/>
              <a:ahLst/>
              <a:cxnLst/>
              <a:rect l="0" t="0" r="0" b="0"/>
              <a:pathLst>
                <a:path w="11022" h="12232" extrusionOk="0">
                  <a:moveTo>
                    <a:pt x="1747" y="0"/>
                  </a:moveTo>
                  <a:lnTo>
                    <a:pt x="0" y="2823"/>
                  </a:lnTo>
                  <a:lnTo>
                    <a:pt x="9409" y="12231"/>
                  </a:lnTo>
                  <a:lnTo>
                    <a:pt x="11021" y="9274"/>
                  </a:lnTo>
                  <a:lnTo>
                    <a:pt x="1747"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316" name="Shape 316"/>
            <p:cNvSpPr/>
            <p:nvPr/>
          </p:nvSpPr>
          <p:spPr>
            <a:xfrm>
              <a:off x="3137950" y="2802025"/>
              <a:ext cx="275550" cy="336050"/>
            </a:xfrm>
            <a:custGeom>
              <a:avLst/>
              <a:gdLst/>
              <a:ahLst/>
              <a:cxnLst/>
              <a:rect l="0" t="0" r="0" b="0"/>
              <a:pathLst>
                <a:path w="11022" h="13442" extrusionOk="0">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317" name="Shape 317"/>
            <p:cNvSpPr/>
            <p:nvPr/>
          </p:nvSpPr>
          <p:spPr>
            <a:xfrm>
              <a:off x="166282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318" name="Shape 318"/>
            <p:cNvSpPr/>
            <p:nvPr/>
          </p:nvSpPr>
          <p:spPr>
            <a:xfrm>
              <a:off x="3006900" y="2573550"/>
              <a:ext cx="440200" cy="504050"/>
            </a:xfrm>
            <a:custGeom>
              <a:avLst/>
              <a:gdLst/>
              <a:ahLst/>
              <a:cxnLst/>
              <a:rect l="0" t="0" r="0" b="0"/>
              <a:pathLst>
                <a:path w="17608" h="20162" extrusionOk="0">
                  <a:moveTo>
                    <a:pt x="404" y="0"/>
                  </a:moveTo>
                  <a:lnTo>
                    <a:pt x="1" y="269"/>
                  </a:lnTo>
                  <a:lnTo>
                    <a:pt x="5243" y="9543"/>
                  </a:lnTo>
                  <a:lnTo>
                    <a:pt x="15995" y="20161"/>
                  </a:lnTo>
                  <a:lnTo>
                    <a:pt x="17608" y="17204"/>
                  </a:lnTo>
                  <a:lnTo>
                    <a:pt x="404"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319" name="Shape 319"/>
            <p:cNvSpPr/>
            <p:nvPr/>
          </p:nvSpPr>
          <p:spPr>
            <a:xfrm>
              <a:off x="1760275" y="1431100"/>
              <a:ext cx="433500" cy="319225"/>
            </a:xfrm>
            <a:custGeom>
              <a:avLst/>
              <a:gdLst/>
              <a:ahLst/>
              <a:cxnLst/>
              <a:rect l="0" t="0" r="0" b="0"/>
              <a:pathLst>
                <a:path w="17340" h="12769" extrusionOk="0">
                  <a:moveTo>
                    <a:pt x="1" y="0"/>
                  </a:moveTo>
                  <a:lnTo>
                    <a:pt x="12635" y="12769"/>
                  </a:lnTo>
                  <a:lnTo>
                    <a:pt x="17339" y="12769"/>
                  </a:lnTo>
                  <a:lnTo>
                    <a:pt x="4570"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320" name="Shape 320"/>
            <p:cNvSpPr/>
            <p:nvPr/>
          </p:nvSpPr>
          <p:spPr>
            <a:xfrm>
              <a:off x="18543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321" name="Shape 321"/>
            <p:cNvSpPr/>
            <p:nvPr/>
          </p:nvSpPr>
          <p:spPr>
            <a:xfrm>
              <a:off x="2872500" y="2345050"/>
              <a:ext cx="611575" cy="672050"/>
            </a:xfrm>
            <a:custGeom>
              <a:avLst/>
              <a:gdLst/>
              <a:ahLst/>
              <a:cxnLst/>
              <a:rect l="0" t="0" r="0" b="0"/>
              <a:pathLst>
                <a:path w="24463" h="26882" extrusionOk="0">
                  <a:moveTo>
                    <a:pt x="538" y="1"/>
                  </a:moveTo>
                  <a:lnTo>
                    <a:pt x="0" y="269"/>
                  </a:lnTo>
                  <a:lnTo>
                    <a:pt x="5377" y="9409"/>
                  </a:lnTo>
                  <a:lnTo>
                    <a:pt x="22715" y="26882"/>
                  </a:lnTo>
                  <a:lnTo>
                    <a:pt x="24462" y="23925"/>
                  </a:lnTo>
                  <a:lnTo>
                    <a:pt x="538" y="1"/>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322" name="Shape 322"/>
            <p:cNvSpPr/>
            <p:nvPr/>
          </p:nvSpPr>
          <p:spPr>
            <a:xfrm>
              <a:off x="2741450" y="2113200"/>
              <a:ext cx="779575" cy="843425"/>
            </a:xfrm>
            <a:custGeom>
              <a:avLst/>
              <a:gdLst/>
              <a:ahLst/>
              <a:cxnLst/>
              <a:rect l="0" t="0" r="0" b="0"/>
              <a:pathLst>
                <a:path w="31183" h="33737" extrusionOk="0">
                  <a:moveTo>
                    <a:pt x="404" y="0"/>
                  </a:moveTo>
                  <a:lnTo>
                    <a:pt x="0" y="404"/>
                  </a:lnTo>
                  <a:lnTo>
                    <a:pt x="5242" y="9543"/>
                  </a:lnTo>
                  <a:lnTo>
                    <a:pt x="29436" y="33736"/>
                  </a:lnTo>
                  <a:lnTo>
                    <a:pt x="31183" y="30780"/>
                  </a:lnTo>
                  <a:lnTo>
                    <a:pt x="404"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323" name="Shape 323"/>
            <p:cNvSpPr/>
            <p:nvPr/>
          </p:nvSpPr>
          <p:spPr>
            <a:xfrm>
              <a:off x="195180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324" name="Shape 324"/>
            <p:cNvSpPr/>
            <p:nvPr/>
          </p:nvSpPr>
          <p:spPr>
            <a:xfrm>
              <a:off x="204925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325" name="Shape 325"/>
            <p:cNvSpPr/>
            <p:nvPr/>
          </p:nvSpPr>
          <p:spPr>
            <a:xfrm>
              <a:off x="2610400" y="1884700"/>
              <a:ext cx="924075" cy="1008075"/>
            </a:xfrm>
            <a:custGeom>
              <a:avLst/>
              <a:gdLst/>
              <a:ahLst/>
              <a:cxnLst/>
              <a:rect l="0" t="0" r="0" b="0"/>
              <a:pathLst>
                <a:path w="36963" h="40323" extrusionOk="0">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326" name="Shape 326"/>
            <p:cNvSpPr/>
            <p:nvPr/>
          </p:nvSpPr>
          <p:spPr>
            <a:xfrm>
              <a:off x="2146700" y="1431100"/>
              <a:ext cx="1307125" cy="1297025"/>
            </a:xfrm>
            <a:custGeom>
              <a:avLst/>
              <a:gdLst/>
              <a:ahLst/>
              <a:cxnLst/>
              <a:rect l="0" t="0" r="0" b="0"/>
              <a:pathLst>
                <a:path w="52285" h="51881" extrusionOk="0">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327" name="Shape 327"/>
            <p:cNvSpPr/>
            <p:nvPr/>
          </p:nvSpPr>
          <p:spPr>
            <a:xfrm>
              <a:off x="2244150" y="1431100"/>
              <a:ext cx="1075275" cy="1065175"/>
            </a:xfrm>
            <a:custGeom>
              <a:avLst/>
              <a:gdLst/>
              <a:ahLst/>
              <a:cxnLst/>
              <a:rect l="0" t="0" r="0" b="0"/>
              <a:pathLst>
                <a:path w="43011" h="42607" extrusionOk="0">
                  <a:moveTo>
                    <a:pt x="0" y="0"/>
                  </a:moveTo>
                  <a:lnTo>
                    <a:pt x="42607" y="42607"/>
                  </a:lnTo>
                  <a:lnTo>
                    <a:pt x="43011" y="42338"/>
                  </a:lnTo>
                  <a:lnTo>
                    <a:pt x="37769" y="33064"/>
                  </a:lnTo>
                  <a:lnTo>
                    <a:pt x="4570"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328" name="Shape 328"/>
            <p:cNvSpPr/>
            <p:nvPr/>
          </p:nvSpPr>
          <p:spPr>
            <a:xfrm>
              <a:off x="2341575" y="1431100"/>
              <a:ext cx="846800" cy="836700"/>
            </a:xfrm>
            <a:custGeom>
              <a:avLst/>
              <a:gdLst/>
              <a:ahLst/>
              <a:cxnLst/>
              <a:rect l="0" t="0" r="0" b="0"/>
              <a:pathLst>
                <a:path w="33872" h="33468" extrusionOk="0">
                  <a:moveTo>
                    <a:pt x="1" y="0"/>
                  </a:moveTo>
                  <a:lnTo>
                    <a:pt x="33468" y="33467"/>
                  </a:lnTo>
                  <a:lnTo>
                    <a:pt x="33872" y="33198"/>
                  </a:lnTo>
                  <a:lnTo>
                    <a:pt x="28495" y="23924"/>
                  </a:lnTo>
                  <a:lnTo>
                    <a:pt x="4571"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329" name="Shape 329"/>
            <p:cNvSpPr/>
            <p:nvPr/>
          </p:nvSpPr>
          <p:spPr>
            <a:xfrm>
              <a:off x="2439025" y="1431100"/>
              <a:ext cx="618300" cy="608200"/>
            </a:xfrm>
            <a:custGeom>
              <a:avLst/>
              <a:gdLst/>
              <a:ahLst/>
              <a:cxnLst/>
              <a:rect l="0" t="0" r="0" b="0"/>
              <a:pathLst>
                <a:path w="24732" h="24328" extrusionOk="0">
                  <a:moveTo>
                    <a:pt x="1" y="0"/>
                  </a:moveTo>
                  <a:lnTo>
                    <a:pt x="24194" y="24328"/>
                  </a:lnTo>
                  <a:lnTo>
                    <a:pt x="24732" y="23924"/>
                  </a:lnTo>
                  <a:lnTo>
                    <a:pt x="19355" y="14785"/>
                  </a:lnTo>
                  <a:lnTo>
                    <a:pt x="4571"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330" name="Shape 330"/>
            <p:cNvSpPr/>
            <p:nvPr/>
          </p:nvSpPr>
          <p:spPr>
            <a:xfrm>
              <a:off x="2533125" y="1431100"/>
              <a:ext cx="389800" cy="376350"/>
            </a:xfrm>
            <a:custGeom>
              <a:avLst/>
              <a:gdLst/>
              <a:ahLst/>
              <a:cxnLst/>
              <a:rect l="0" t="0" r="0" b="0"/>
              <a:pathLst>
                <a:path w="15592" h="15054" extrusionOk="0">
                  <a:moveTo>
                    <a:pt x="0" y="0"/>
                  </a:moveTo>
                  <a:lnTo>
                    <a:pt x="15188" y="15054"/>
                  </a:lnTo>
                  <a:lnTo>
                    <a:pt x="15591" y="14785"/>
                  </a:lnTo>
                  <a:lnTo>
                    <a:pt x="10350"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331" name="Shape 331"/>
            <p:cNvSpPr/>
            <p:nvPr/>
          </p:nvSpPr>
          <p:spPr>
            <a:xfrm>
              <a:off x="2630575" y="1431100"/>
              <a:ext cx="161300" cy="147850"/>
            </a:xfrm>
            <a:custGeom>
              <a:avLst/>
              <a:gdLst/>
              <a:ahLst/>
              <a:cxnLst/>
              <a:rect l="0" t="0" r="0" b="0"/>
              <a:pathLst>
                <a:path w="6452" h="5914" extrusionOk="0">
                  <a:moveTo>
                    <a:pt x="0" y="0"/>
                  </a:moveTo>
                  <a:lnTo>
                    <a:pt x="6048" y="5914"/>
                  </a:lnTo>
                  <a:lnTo>
                    <a:pt x="6452" y="5645"/>
                  </a:lnTo>
                  <a:lnTo>
                    <a:pt x="3226"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332" name="Shape 332"/>
          <p:cNvSpPr/>
          <p:nvPr/>
        </p:nvSpPr>
        <p:spPr>
          <a:xfrm rot="10800000" flipH="1">
            <a:off x="733424" y="3936025"/>
            <a:ext cx="819899" cy="710099"/>
          </a:xfrm>
          <a:prstGeom prst="hexagon">
            <a:avLst>
              <a:gd name="adj" fmla="val 28678"/>
              <a:gd name="vf" fmla="val 115470"/>
            </a:avLst>
          </a:prstGeom>
          <a:noFill/>
          <a:ln w="9525" cap="flat"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333" name="Shape 333"/>
          <p:cNvSpPr/>
          <p:nvPr/>
        </p:nvSpPr>
        <p:spPr>
          <a:xfrm rot="10800000" flipH="1">
            <a:off x="738524" y="100849"/>
            <a:ext cx="428700" cy="371100"/>
          </a:xfrm>
          <a:prstGeom prst="hexagon">
            <a:avLst>
              <a:gd name="adj" fmla="val 28678"/>
              <a:gd name="vf" fmla="val 115470"/>
            </a:avLst>
          </a:prstGeom>
          <a:solidFill>
            <a:srgbClr val="3292E1"/>
          </a:solidFill>
          <a:ln>
            <a:noFill/>
          </a:ln>
        </p:spPr>
        <p:txBody>
          <a:bodyPr lIns="91425" tIns="91425" rIns="91425" bIns="91425" anchor="ctr" anchorCtr="0">
            <a:noAutofit/>
          </a:bodyPr>
          <a:lstStyle/>
          <a:p>
            <a:pPr lvl="0">
              <a:spcBef>
                <a:spcPts val="0"/>
              </a:spcBef>
              <a:buNone/>
            </a:pPr>
            <a:endParaRPr/>
          </a:p>
        </p:txBody>
      </p:sp>
      <p:sp>
        <p:nvSpPr>
          <p:cNvPr id="334" name="Shape 334"/>
          <p:cNvSpPr/>
          <p:nvPr/>
        </p:nvSpPr>
        <p:spPr>
          <a:xfrm rot="10800000" flipH="1">
            <a:off x="-291324" y="4148475"/>
            <a:ext cx="1182300" cy="1023599"/>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335" name="Shape 335"/>
          <p:cNvSpPr/>
          <p:nvPr/>
        </p:nvSpPr>
        <p:spPr>
          <a:xfrm rot="10800000" flipH="1">
            <a:off x="420724" y="-65225"/>
            <a:ext cx="358799" cy="310500"/>
          </a:xfrm>
          <a:prstGeom prst="hexagon">
            <a:avLst>
              <a:gd name="adj" fmla="val 28678"/>
              <a:gd name="vf" fmla="val 115470"/>
            </a:avLst>
          </a:prstGeom>
          <a:noFill/>
          <a:ln w="19050" cap="flat" cmpd="sng">
            <a:solidFill>
              <a:srgbClr val="00E1C6"/>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336" name="Shape 336"/>
          <p:cNvSpPr/>
          <p:nvPr/>
        </p:nvSpPr>
        <p:spPr>
          <a:xfrm>
            <a:off x="1019338" y="4167057"/>
            <a:ext cx="248072" cy="248057"/>
          </a:xfrm>
          <a:custGeom>
            <a:avLst/>
            <a:gdLst/>
            <a:ahLst/>
            <a:cxnLst/>
            <a:rect l="0" t="0" r="0" b="0"/>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nvGrpSpPr>
          <p:cNvPr id="337" name="Shape 337"/>
          <p:cNvGrpSpPr/>
          <p:nvPr/>
        </p:nvGrpSpPr>
        <p:grpSpPr>
          <a:xfrm>
            <a:off x="-50284" y="1452794"/>
            <a:ext cx="624843" cy="599376"/>
            <a:chOff x="5241175" y="4959100"/>
            <a:chExt cx="539775" cy="517775"/>
          </a:xfrm>
        </p:grpSpPr>
        <p:sp>
          <p:nvSpPr>
            <p:cNvPr id="338" name="Shape 338"/>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339" name="Shape 339"/>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340" name="Shape 340"/>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341" name="Shape 341"/>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342" name="Shape 342"/>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343" name="Shape 343"/>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344" name="Shape 344"/>
          <p:cNvSpPr/>
          <p:nvPr/>
        </p:nvSpPr>
        <p:spPr>
          <a:xfrm>
            <a:off x="47198" y="4430470"/>
            <a:ext cx="505231" cy="459561"/>
          </a:xfrm>
          <a:custGeom>
            <a:avLst/>
            <a:gdLst/>
            <a:ahLst/>
            <a:cxnLst/>
            <a:rect l="0" t="0" r="0" b="0"/>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lIns="91425" tIns="91425" rIns="91425" bIns="91425" anchor="ctr" anchorCtr="0">
            <a:noAutofit/>
          </a:bodyPr>
          <a:lstStyle/>
          <a:p>
            <a:pPr lvl="0">
              <a:spcBef>
                <a:spcPts val="0"/>
              </a:spcBef>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Quote">
    <p:spTree>
      <p:nvGrpSpPr>
        <p:cNvPr id="1" name="Shape 345"/>
        <p:cNvGrpSpPr/>
        <p:nvPr/>
      </p:nvGrpSpPr>
      <p:grpSpPr>
        <a:xfrm>
          <a:off x="0" y="0"/>
          <a:ext cx="0" cy="0"/>
          <a:chOff x="0" y="0"/>
          <a:chExt cx="0" cy="0"/>
        </a:xfrm>
      </p:grpSpPr>
      <p:sp>
        <p:nvSpPr>
          <p:cNvPr id="346" name="Shape 346"/>
          <p:cNvSpPr txBox="1">
            <a:spLocks noGrp="1"/>
          </p:cNvSpPr>
          <p:nvPr>
            <p:ph type="body" idx="1"/>
          </p:nvPr>
        </p:nvSpPr>
        <p:spPr>
          <a:xfrm>
            <a:off x="2051200" y="2085600"/>
            <a:ext cx="6282299" cy="819899"/>
          </a:xfrm>
          <a:prstGeom prst="rect">
            <a:avLst/>
          </a:prstGeom>
        </p:spPr>
        <p:txBody>
          <a:bodyPr lIns="91425" tIns="91425" rIns="91425" bIns="91425" anchor="ctr" anchorCtr="0"/>
          <a:lstStyle>
            <a:lvl1pPr lvl="0" rtl="0">
              <a:spcBef>
                <a:spcPts val="0"/>
              </a:spcBef>
              <a:buSzPct val="100000"/>
              <a:buFont typeface="Nixie One"/>
              <a:defRPr sz="2400">
                <a:latin typeface="Nixie One"/>
                <a:ea typeface="Nixie One"/>
                <a:cs typeface="Nixie One"/>
                <a:sym typeface="Nixie One"/>
              </a:defRPr>
            </a:lvl1pPr>
            <a:lvl2pPr lvl="1" rtl="0">
              <a:spcBef>
                <a:spcPts val="0"/>
              </a:spcBef>
              <a:buSzPct val="100000"/>
              <a:buFont typeface="Nixie One"/>
              <a:defRPr sz="2400">
                <a:latin typeface="Nixie One"/>
                <a:ea typeface="Nixie One"/>
                <a:cs typeface="Nixie One"/>
                <a:sym typeface="Nixie One"/>
              </a:defRPr>
            </a:lvl2pPr>
            <a:lvl3pPr lvl="2" rtl="0">
              <a:spcBef>
                <a:spcPts val="0"/>
              </a:spcBef>
              <a:buSzPct val="100000"/>
              <a:buFont typeface="Nixie One"/>
              <a:defRPr sz="2400">
                <a:latin typeface="Nixie One"/>
                <a:ea typeface="Nixie One"/>
                <a:cs typeface="Nixie One"/>
                <a:sym typeface="Nixie One"/>
              </a:defRPr>
            </a:lvl3pPr>
            <a:lvl4pPr lvl="3" rtl="0">
              <a:spcBef>
                <a:spcPts val="0"/>
              </a:spcBef>
              <a:buSzPct val="100000"/>
              <a:buFont typeface="Nixie One"/>
              <a:defRPr sz="2400">
                <a:latin typeface="Nixie One"/>
                <a:ea typeface="Nixie One"/>
                <a:cs typeface="Nixie One"/>
                <a:sym typeface="Nixie One"/>
              </a:defRPr>
            </a:lvl4pPr>
            <a:lvl5pPr lvl="4" rtl="0">
              <a:spcBef>
                <a:spcPts val="0"/>
              </a:spcBef>
              <a:buSzPct val="100000"/>
              <a:buFont typeface="Nixie One"/>
              <a:defRPr sz="2400">
                <a:latin typeface="Nixie One"/>
                <a:ea typeface="Nixie One"/>
                <a:cs typeface="Nixie One"/>
                <a:sym typeface="Nixie One"/>
              </a:defRPr>
            </a:lvl5pPr>
            <a:lvl6pPr lvl="5" rtl="0">
              <a:spcBef>
                <a:spcPts val="0"/>
              </a:spcBef>
              <a:buSzPct val="100000"/>
              <a:buFont typeface="Nixie One"/>
              <a:defRPr sz="2400">
                <a:latin typeface="Nixie One"/>
                <a:ea typeface="Nixie One"/>
                <a:cs typeface="Nixie One"/>
                <a:sym typeface="Nixie One"/>
              </a:defRPr>
            </a:lvl6pPr>
            <a:lvl7pPr lvl="6" rtl="0">
              <a:spcBef>
                <a:spcPts val="0"/>
              </a:spcBef>
              <a:buSzPct val="100000"/>
              <a:buFont typeface="Nixie One"/>
              <a:defRPr sz="2400">
                <a:latin typeface="Nixie One"/>
                <a:ea typeface="Nixie One"/>
                <a:cs typeface="Nixie One"/>
                <a:sym typeface="Nixie One"/>
              </a:defRPr>
            </a:lvl7pPr>
            <a:lvl8pPr lvl="7" rtl="0">
              <a:spcBef>
                <a:spcPts val="0"/>
              </a:spcBef>
              <a:buSzPct val="100000"/>
              <a:buFont typeface="Nixie One"/>
              <a:defRPr sz="2400">
                <a:latin typeface="Nixie One"/>
                <a:ea typeface="Nixie One"/>
                <a:cs typeface="Nixie One"/>
                <a:sym typeface="Nixie One"/>
              </a:defRPr>
            </a:lvl8pPr>
            <a:lvl9pPr lvl="8">
              <a:spcBef>
                <a:spcPts val="0"/>
              </a:spcBef>
              <a:buSzPct val="100000"/>
              <a:buFont typeface="Nixie One"/>
              <a:defRPr sz="2400">
                <a:latin typeface="Nixie One"/>
                <a:ea typeface="Nixie One"/>
                <a:cs typeface="Nixie One"/>
                <a:sym typeface="Nixie One"/>
              </a:defRPr>
            </a:lvl9pPr>
          </a:lstStyle>
          <a:p>
            <a:endParaRPr/>
          </a:p>
        </p:txBody>
      </p:sp>
      <p:grpSp>
        <p:nvGrpSpPr>
          <p:cNvPr id="347" name="Shape 347"/>
          <p:cNvGrpSpPr/>
          <p:nvPr/>
        </p:nvGrpSpPr>
        <p:grpSpPr>
          <a:xfrm rot="10800000" flipH="1">
            <a:off x="411206" y="1998368"/>
            <a:ext cx="1322798" cy="1145959"/>
            <a:chOff x="4088875" y="1431100"/>
            <a:chExt cx="3293000" cy="2852775"/>
          </a:xfrm>
        </p:grpSpPr>
        <p:sp>
          <p:nvSpPr>
            <p:cNvPr id="348" name="Shape 348"/>
            <p:cNvSpPr/>
            <p:nvPr/>
          </p:nvSpPr>
          <p:spPr>
            <a:xfrm>
              <a:off x="4831475" y="4136025"/>
              <a:ext cx="157950" cy="147850"/>
            </a:xfrm>
            <a:custGeom>
              <a:avLst/>
              <a:gdLst/>
              <a:ahLst/>
              <a:cxnLst/>
              <a:rect l="0" t="0" r="0" b="0"/>
              <a:pathLst>
                <a:path w="6318" h="5914" extrusionOk="0">
                  <a:moveTo>
                    <a:pt x="404" y="0"/>
                  </a:moveTo>
                  <a:lnTo>
                    <a:pt x="1" y="269"/>
                  </a:lnTo>
                  <a:lnTo>
                    <a:pt x="3227" y="5914"/>
                  </a:lnTo>
                  <a:lnTo>
                    <a:pt x="6318" y="5914"/>
                  </a:lnTo>
                  <a:lnTo>
                    <a:pt x="404"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349" name="Shape 349"/>
            <p:cNvSpPr/>
            <p:nvPr/>
          </p:nvSpPr>
          <p:spPr>
            <a:xfrm>
              <a:off x="4697075" y="3907525"/>
              <a:ext cx="389800" cy="376350"/>
            </a:xfrm>
            <a:custGeom>
              <a:avLst/>
              <a:gdLst/>
              <a:ahLst/>
              <a:cxnLst/>
              <a:rect l="0" t="0" r="0" b="0"/>
              <a:pathLst>
                <a:path w="15592" h="15054" extrusionOk="0">
                  <a:moveTo>
                    <a:pt x="538" y="0"/>
                  </a:moveTo>
                  <a:lnTo>
                    <a:pt x="1" y="269"/>
                  </a:lnTo>
                  <a:lnTo>
                    <a:pt x="5377" y="9543"/>
                  </a:lnTo>
                  <a:lnTo>
                    <a:pt x="11022" y="15054"/>
                  </a:lnTo>
                  <a:lnTo>
                    <a:pt x="15592" y="15054"/>
                  </a:lnTo>
                  <a:lnTo>
                    <a:pt x="538"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350" name="Shape 350"/>
            <p:cNvSpPr/>
            <p:nvPr/>
          </p:nvSpPr>
          <p:spPr>
            <a:xfrm>
              <a:off x="4566025" y="3675675"/>
              <a:ext cx="618300" cy="608200"/>
            </a:xfrm>
            <a:custGeom>
              <a:avLst/>
              <a:gdLst/>
              <a:ahLst/>
              <a:cxnLst/>
              <a:rect l="0" t="0" r="0" b="0"/>
              <a:pathLst>
                <a:path w="24732" h="24328" extrusionOk="0">
                  <a:moveTo>
                    <a:pt x="404" y="0"/>
                  </a:moveTo>
                  <a:lnTo>
                    <a:pt x="1" y="404"/>
                  </a:lnTo>
                  <a:lnTo>
                    <a:pt x="5377" y="9543"/>
                  </a:lnTo>
                  <a:lnTo>
                    <a:pt x="20027"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351" name="Shape 351"/>
            <p:cNvSpPr/>
            <p:nvPr/>
          </p:nvSpPr>
          <p:spPr>
            <a:xfrm>
              <a:off x="4434975" y="3447175"/>
              <a:ext cx="846800" cy="836700"/>
            </a:xfrm>
            <a:custGeom>
              <a:avLst/>
              <a:gdLst/>
              <a:ahLst/>
              <a:cxnLst/>
              <a:rect l="0" t="0" r="0" b="0"/>
              <a:pathLst>
                <a:path w="33872" h="33468" extrusionOk="0">
                  <a:moveTo>
                    <a:pt x="404" y="1"/>
                  </a:moveTo>
                  <a:lnTo>
                    <a:pt x="1" y="270"/>
                  </a:lnTo>
                  <a:lnTo>
                    <a:pt x="5243" y="9544"/>
                  </a:lnTo>
                  <a:lnTo>
                    <a:pt x="29167" y="33468"/>
                  </a:lnTo>
                  <a:lnTo>
                    <a:pt x="33871"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352" name="Shape 352"/>
            <p:cNvSpPr/>
            <p:nvPr/>
          </p:nvSpPr>
          <p:spPr>
            <a:xfrm>
              <a:off x="4300575" y="3218700"/>
              <a:ext cx="1078650" cy="1065175"/>
            </a:xfrm>
            <a:custGeom>
              <a:avLst/>
              <a:gdLst/>
              <a:ahLst/>
              <a:cxnLst/>
              <a:rect l="0" t="0" r="0" b="0"/>
              <a:pathLst>
                <a:path w="43146" h="42607" extrusionOk="0">
                  <a:moveTo>
                    <a:pt x="404" y="0"/>
                  </a:moveTo>
                  <a:lnTo>
                    <a:pt x="0"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353" name="Shape 353"/>
            <p:cNvSpPr/>
            <p:nvPr/>
          </p:nvSpPr>
          <p:spPr>
            <a:xfrm>
              <a:off x="4169525" y="2990200"/>
              <a:ext cx="1307150" cy="1293675"/>
            </a:xfrm>
            <a:custGeom>
              <a:avLst/>
              <a:gdLst/>
              <a:ahLst/>
              <a:cxnLst/>
              <a:rect l="0" t="0" r="0" b="0"/>
              <a:pathLst>
                <a:path w="52286" h="51747" extrusionOk="0">
                  <a:moveTo>
                    <a:pt x="404" y="1"/>
                  </a:moveTo>
                  <a:lnTo>
                    <a:pt x="1" y="269"/>
                  </a:lnTo>
                  <a:lnTo>
                    <a:pt x="5242" y="9409"/>
                  </a:lnTo>
                  <a:lnTo>
                    <a:pt x="47581" y="51747"/>
                  </a:lnTo>
                  <a:lnTo>
                    <a:pt x="52285" y="51747"/>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354" name="Shape 354"/>
            <p:cNvSpPr/>
            <p:nvPr/>
          </p:nvSpPr>
          <p:spPr>
            <a:xfrm>
              <a:off x="4088875" y="2822200"/>
              <a:ext cx="1481875" cy="1461675"/>
            </a:xfrm>
            <a:custGeom>
              <a:avLst/>
              <a:gdLst/>
              <a:ahLst/>
              <a:cxnLst/>
              <a:rect l="0" t="0" r="0" b="0"/>
              <a:pathLst>
                <a:path w="59275" h="58467" extrusionOk="0">
                  <a:moveTo>
                    <a:pt x="807" y="0"/>
                  </a:moveTo>
                  <a:lnTo>
                    <a:pt x="1" y="1479"/>
                  </a:lnTo>
                  <a:lnTo>
                    <a:pt x="3227" y="6989"/>
                  </a:lnTo>
                  <a:lnTo>
                    <a:pt x="54705" y="58467"/>
                  </a:lnTo>
                  <a:lnTo>
                    <a:pt x="59274" y="58467"/>
                  </a:lnTo>
                  <a:lnTo>
                    <a:pt x="807"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355" name="Shape 355"/>
            <p:cNvSpPr/>
            <p:nvPr/>
          </p:nvSpPr>
          <p:spPr>
            <a:xfrm>
              <a:off x="4102325" y="2761700"/>
              <a:ext cx="1565875" cy="1522175"/>
            </a:xfrm>
            <a:custGeom>
              <a:avLst/>
              <a:gdLst/>
              <a:ahLst/>
              <a:cxnLst/>
              <a:rect l="0" t="0" r="0" b="0"/>
              <a:pathLst>
                <a:path w="62635" h="60887" extrusionOk="0">
                  <a:moveTo>
                    <a:pt x="1748" y="1"/>
                  </a:moveTo>
                  <a:lnTo>
                    <a:pt x="0" y="2823"/>
                  </a:lnTo>
                  <a:lnTo>
                    <a:pt x="58064" y="60887"/>
                  </a:lnTo>
                  <a:lnTo>
                    <a:pt x="62634" y="60887"/>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356" name="Shape 356"/>
            <p:cNvSpPr/>
            <p:nvPr/>
          </p:nvSpPr>
          <p:spPr>
            <a:xfrm>
              <a:off x="4139275" y="2697875"/>
              <a:ext cx="1626375" cy="1586000"/>
            </a:xfrm>
            <a:custGeom>
              <a:avLst/>
              <a:gdLst/>
              <a:ahLst/>
              <a:cxnLst/>
              <a:rect l="0" t="0" r="0" b="0"/>
              <a:pathLst>
                <a:path w="65055" h="63440" extrusionOk="0">
                  <a:moveTo>
                    <a:pt x="1614" y="0"/>
                  </a:moveTo>
                  <a:lnTo>
                    <a:pt x="1" y="2957"/>
                  </a:lnTo>
                  <a:lnTo>
                    <a:pt x="60484" y="63440"/>
                  </a:lnTo>
                  <a:lnTo>
                    <a:pt x="65054" y="63440"/>
                  </a:lnTo>
                  <a:lnTo>
                    <a:pt x="1614"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357" name="Shape 357"/>
            <p:cNvSpPr/>
            <p:nvPr/>
          </p:nvSpPr>
          <p:spPr>
            <a:xfrm>
              <a:off x="4172900" y="2637375"/>
              <a:ext cx="1690175" cy="1646500"/>
            </a:xfrm>
            <a:custGeom>
              <a:avLst/>
              <a:gdLst/>
              <a:ahLst/>
              <a:cxnLst/>
              <a:rect l="0" t="0" r="0" b="0"/>
              <a:pathLst>
                <a:path w="67607" h="65860" extrusionOk="0">
                  <a:moveTo>
                    <a:pt x="1747" y="1"/>
                  </a:moveTo>
                  <a:lnTo>
                    <a:pt x="0" y="2958"/>
                  </a:lnTo>
                  <a:lnTo>
                    <a:pt x="62903" y="65860"/>
                  </a:lnTo>
                  <a:lnTo>
                    <a:pt x="67607" y="65860"/>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358" name="Shape 358"/>
            <p:cNvSpPr/>
            <p:nvPr/>
          </p:nvSpPr>
          <p:spPr>
            <a:xfrm>
              <a:off x="4209850" y="2576900"/>
              <a:ext cx="1750675" cy="1706975"/>
            </a:xfrm>
            <a:custGeom>
              <a:avLst/>
              <a:gdLst/>
              <a:ahLst/>
              <a:cxnLst/>
              <a:rect l="0" t="0" r="0" b="0"/>
              <a:pathLst>
                <a:path w="70027" h="68279" extrusionOk="0">
                  <a:moveTo>
                    <a:pt x="1613" y="1"/>
                  </a:moveTo>
                  <a:lnTo>
                    <a:pt x="0" y="2823"/>
                  </a:lnTo>
                  <a:lnTo>
                    <a:pt x="65322" y="68279"/>
                  </a:lnTo>
                  <a:lnTo>
                    <a:pt x="70027" y="68279"/>
                  </a:lnTo>
                  <a:lnTo>
                    <a:pt x="1613"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359" name="Shape 359"/>
            <p:cNvSpPr/>
            <p:nvPr/>
          </p:nvSpPr>
          <p:spPr>
            <a:xfrm>
              <a:off x="4243450" y="2513050"/>
              <a:ext cx="1814525" cy="1770825"/>
            </a:xfrm>
            <a:custGeom>
              <a:avLst/>
              <a:gdLst/>
              <a:ahLst/>
              <a:cxnLst/>
              <a:rect l="0" t="0" r="0" b="0"/>
              <a:pathLst>
                <a:path w="72581" h="70833" extrusionOk="0">
                  <a:moveTo>
                    <a:pt x="1748" y="1"/>
                  </a:moveTo>
                  <a:lnTo>
                    <a:pt x="1" y="2958"/>
                  </a:lnTo>
                  <a:lnTo>
                    <a:pt x="67876" y="70833"/>
                  </a:lnTo>
                  <a:lnTo>
                    <a:pt x="72581" y="70833"/>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360" name="Shape 360"/>
            <p:cNvSpPr/>
            <p:nvPr/>
          </p:nvSpPr>
          <p:spPr>
            <a:xfrm>
              <a:off x="4280425" y="2452575"/>
              <a:ext cx="1875000" cy="1831300"/>
            </a:xfrm>
            <a:custGeom>
              <a:avLst/>
              <a:gdLst/>
              <a:ahLst/>
              <a:cxnLst/>
              <a:rect l="0" t="0" r="0" b="0"/>
              <a:pathLst>
                <a:path w="75000" h="73252" extrusionOk="0">
                  <a:moveTo>
                    <a:pt x="1613" y="1"/>
                  </a:moveTo>
                  <a:lnTo>
                    <a:pt x="0" y="2957"/>
                  </a:lnTo>
                  <a:lnTo>
                    <a:pt x="70295" y="73252"/>
                  </a:lnTo>
                  <a:lnTo>
                    <a:pt x="74999" y="73252"/>
                  </a:lnTo>
                  <a:lnTo>
                    <a:pt x="1613"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361" name="Shape 361"/>
            <p:cNvSpPr/>
            <p:nvPr/>
          </p:nvSpPr>
          <p:spPr>
            <a:xfrm>
              <a:off x="4314025" y="2392100"/>
              <a:ext cx="1935475" cy="1891775"/>
            </a:xfrm>
            <a:custGeom>
              <a:avLst/>
              <a:gdLst/>
              <a:ahLst/>
              <a:cxnLst/>
              <a:rect l="0" t="0" r="0" b="0"/>
              <a:pathLst>
                <a:path w="77419" h="75671" extrusionOk="0">
                  <a:moveTo>
                    <a:pt x="1747" y="0"/>
                  </a:moveTo>
                  <a:lnTo>
                    <a:pt x="0" y="2957"/>
                  </a:lnTo>
                  <a:lnTo>
                    <a:pt x="72849" y="75671"/>
                  </a:lnTo>
                  <a:lnTo>
                    <a:pt x="77419" y="75671"/>
                  </a:lnTo>
                  <a:lnTo>
                    <a:pt x="1747"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362" name="Shape 362"/>
            <p:cNvSpPr/>
            <p:nvPr/>
          </p:nvSpPr>
          <p:spPr>
            <a:xfrm>
              <a:off x="4350975" y="2328250"/>
              <a:ext cx="1995975" cy="1955625"/>
            </a:xfrm>
            <a:custGeom>
              <a:avLst/>
              <a:gdLst/>
              <a:ahLst/>
              <a:cxnLst/>
              <a:rect l="0" t="0" r="0" b="0"/>
              <a:pathLst>
                <a:path w="79839" h="78225" extrusionOk="0">
                  <a:moveTo>
                    <a:pt x="1748" y="1"/>
                  </a:moveTo>
                  <a:lnTo>
                    <a:pt x="1" y="2957"/>
                  </a:lnTo>
                  <a:lnTo>
                    <a:pt x="75269" y="78225"/>
                  </a:lnTo>
                  <a:lnTo>
                    <a:pt x="79839" y="78225"/>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363" name="Shape 363"/>
            <p:cNvSpPr/>
            <p:nvPr/>
          </p:nvSpPr>
          <p:spPr>
            <a:xfrm>
              <a:off x="4384575" y="2267775"/>
              <a:ext cx="2059825" cy="2016100"/>
            </a:xfrm>
            <a:custGeom>
              <a:avLst/>
              <a:gdLst/>
              <a:ahLst/>
              <a:cxnLst/>
              <a:rect l="0" t="0" r="0" b="0"/>
              <a:pathLst>
                <a:path w="82393" h="80644" extrusionOk="0">
                  <a:moveTo>
                    <a:pt x="1748" y="0"/>
                  </a:moveTo>
                  <a:lnTo>
                    <a:pt x="1" y="2957"/>
                  </a:lnTo>
                  <a:lnTo>
                    <a:pt x="77823" y="80644"/>
                  </a:lnTo>
                  <a:lnTo>
                    <a:pt x="82392" y="80644"/>
                  </a:lnTo>
                  <a:lnTo>
                    <a:pt x="1748"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364" name="Shape 364"/>
            <p:cNvSpPr/>
            <p:nvPr/>
          </p:nvSpPr>
          <p:spPr>
            <a:xfrm>
              <a:off x="4421550" y="2207275"/>
              <a:ext cx="2120300" cy="2076600"/>
            </a:xfrm>
            <a:custGeom>
              <a:avLst/>
              <a:gdLst/>
              <a:ahLst/>
              <a:cxnLst/>
              <a:rect l="0" t="0" r="0" b="0"/>
              <a:pathLst>
                <a:path w="84812" h="83064" extrusionOk="0">
                  <a:moveTo>
                    <a:pt x="1747" y="1"/>
                  </a:moveTo>
                  <a:lnTo>
                    <a:pt x="0" y="2958"/>
                  </a:lnTo>
                  <a:lnTo>
                    <a:pt x="80107" y="83064"/>
                  </a:lnTo>
                  <a:lnTo>
                    <a:pt x="84811" y="83064"/>
                  </a:lnTo>
                  <a:lnTo>
                    <a:pt x="1747"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365" name="Shape 365"/>
            <p:cNvSpPr/>
            <p:nvPr/>
          </p:nvSpPr>
          <p:spPr>
            <a:xfrm>
              <a:off x="4458500" y="2146800"/>
              <a:ext cx="2130375" cy="2137075"/>
            </a:xfrm>
            <a:custGeom>
              <a:avLst/>
              <a:gdLst/>
              <a:ahLst/>
              <a:cxnLst/>
              <a:rect l="0" t="0" r="0" b="0"/>
              <a:pathLst>
                <a:path w="85215" h="85483" extrusionOk="0">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366" name="Shape 366"/>
            <p:cNvSpPr/>
            <p:nvPr/>
          </p:nvSpPr>
          <p:spPr>
            <a:xfrm>
              <a:off x="4492100" y="2082950"/>
              <a:ext cx="2133750" cy="2163975"/>
            </a:xfrm>
            <a:custGeom>
              <a:avLst/>
              <a:gdLst/>
              <a:ahLst/>
              <a:cxnLst/>
              <a:rect l="0" t="0" r="0" b="0"/>
              <a:pathLst>
                <a:path w="85350" h="86559" extrusionOk="0">
                  <a:moveTo>
                    <a:pt x="1748" y="1"/>
                  </a:moveTo>
                  <a:lnTo>
                    <a:pt x="1" y="2958"/>
                  </a:lnTo>
                  <a:lnTo>
                    <a:pt x="83602" y="86559"/>
                  </a:lnTo>
                  <a:lnTo>
                    <a:pt x="85349" y="83602"/>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367" name="Shape 367"/>
            <p:cNvSpPr/>
            <p:nvPr/>
          </p:nvSpPr>
          <p:spPr>
            <a:xfrm>
              <a:off x="4529075" y="2022475"/>
              <a:ext cx="2130375" cy="2163975"/>
            </a:xfrm>
            <a:custGeom>
              <a:avLst/>
              <a:gdLst/>
              <a:ahLst/>
              <a:cxnLst/>
              <a:rect l="0" t="0" r="0" b="0"/>
              <a:pathLst>
                <a:path w="85215" h="86559" extrusionOk="0">
                  <a:moveTo>
                    <a:pt x="1613" y="1"/>
                  </a:moveTo>
                  <a:lnTo>
                    <a:pt x="0" y="2957"/>
                  </a:lnTo>
                  <a:lnTo>
                    <a:pt x="83467" y="86558"/>
                  </a:lnTo>
                  <a:lnTo>
                    <a:pt x="85214" y="83601"/>
                  </a:lnTo>
                  <a:lnTo>
                    <a:pt x="1613"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368" name="Shape 368"/>
            <p:cNvSpPr/>
            <p:nvPr/>
          </p:nvSpPr>
          <p:spPr>
            <a:xfrm>
              <a:off x="4562675" y="1962000"/>
              <a:ext cx="2133725" cy="2160600"/>
            </a:xfrm>
            <a:custGeom>
              <a:avLst/>
              <a:gdLst/>
              <a:ahLst/>
              <a:cxnLst/>
              <a:rect l="0" t="0" r="0" b="0"/>
              <a:pathLst>
                <a:path w="85349" h="86424" extrusionOk="0">
                  <a:moveTo>
                    <a:pt x="1748" y="0"/>
                  </a:moveTo>
                  <a:lnTo>
                    <a:pt x="0" y="2957"/>
                  </a:lnTo>
                  <a:lnTo>
                    <a:pt x="83602" y="86424"/>
                  </a:lnTo>
                  <a:lnTo>
                    <a:pt x="85349" y="83467"/>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369" name="Shape 369"/>
            <p:cNvSpPr/>
            <p:nvPr/>
          </p:nvSpPr>
          <p:spPr>
            <a:xfrm>
              <a:off x="4599625" y="1898150"/>
              <a:ext cx="2130375" cy="2163975"/>
            </a:xfrm>
            <a:custGeom>
              <a:avLst/>
              <a:gdLst/>
              <a:ahLst/>
              <a:cxnLst/>
              <a:rect l="0" t="0" r="0" b="0"/>
              <a:pathLst>
                <a:path w="85215" h="86559" extrusionOk="0">
                  <a:moveTo>
                    <a:pt x="1614" y="0"/>
                  </a:moveTo>
                  <a:lnTo>
                    <a:pt x="1" y="2957"/>
                  </a:lnTo>
                  <a:lnTo>
                    <a:pt x="83602" y="86558"/>
                  </a:lnTo>
                  <a:lnTo>
                    <a:pt x="85215" y="83601"/>
                  </a:lnTo>
                  <a:lnTo>
                    <a:pt x="1614"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370" name="Shape 370"/>
            <p:cNvSpPr/>
            <p:nvPr/>
          </p:nvSpPr>
          <p:spPr>
            <a:xfrm>
              <a:off x="4633225" y="1837675"/>
              <a:ext cx="2133750" cy="2163950"/>
            </a:xfrm>
            <a:custGeom>
              <a:avLst/>
              <a:gdLst/>
              <a:ahLst/>
              <a:cxnLst/>
              <a:rect l="0" t="0" r="0" b="0"/>
              <a:pathLst>
                <a:path w="85350" h="86558" extrusionOk="0">
                  <a:moveTo>
                    <a:pt x="1748" y="0"/>
                  </a:moveTo>
                  <a:lnTo>
                    <a:pt x="1" y="2957"/>
                  </a:lnTo>
                  <a:lnTo>
                    <a:pt x="83602" y="86558"/>
                  </a:lnTo>
                  <a:lnTo>
                    <a:pt x="85349" y="83601"/>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371" name="Shape 371"/>
            <p:cNvSpPr/>
            <p:nvPr/>
          </p:nvSpPr>
          <p:spPr>
            <a:xfrm>
              <a:off x="4670200" y="1777175"/>
              <a:ext cx="2130375" cy="2160625"/>
            </a:xfrm>
            <a:custGeom>
              <a:avLst/>
              <a:gdLst/>
              <a:ahLst/>
              <a:cxnLst/>
              <a:rect l="0" t="0" r="0" b="0"/>
              <a:pathLst>
                <a:path w="85215" h="86425" extrusionOk="0">
                  <a:moveTo>
                    <a:pt x="1748" y="1"/>
                  </a:moveTo>
                  <a:lnTo>
                    <a:pt x="0" y="2958"/>
                  </a:lnTo>
                  <a:lnTo>
                    <a:pt x="83602" y="86424"/>
                  </a:lnTo>
                  <a:lnTo>
                    <a:pt x="85215" y="83467"/>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372" name="Shape 372"/>
            <p:cNvSpPr/>
            <p:nvPr/>
          </p:nvSpPr>
          <p:spPr>
            <a:xfrm>
              <a:off x="4707150" y="1713350"/>
              <a:ext cx="2130375" cy="2163950"/>
            </a:xfrm>
            <a:custGeom>
              <a:avLst/>
              <a:gdLst/>
              <a:ahLst/>
              <a:cxnLst/>
              <a:rect l="0" t="0" r="0" b="0"/>
              <a:pathLst>
                <a:path w="85215" h="86558" extrusionOk="0">
                  <a:moveTo>
                    <a:pt x="1614" y="0"/>
                  </a:moveTo>
                  <a:lnTo>
                    <a:pt x="1" y="2957"/>
                  </a:lnTo>
                  <a:lnTo>
                    <a:pt x="83468" y="86558"/>
                  </a:lnTo>
                  <a:lnTo>
                    <a:pt x="85215" y="83601"/>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373" name="Shape 373"/>
            <p:cNvSpPr/>
            <p:nvPr/>
          </p:nvSpPr>
          <p:spPr>
            <a:xfrm>
              <a:off x="4740750" y="1652850"/>
              <a:ext cx="2130400" cy="2163975"/>
            </a:xfrm>
            <a:custGeom>
              <a:avLst/>
              <a:gdLst/>
              <a:ahLst/>
              <a:cxnLst/>
              <a:rect l="0" t="0" r="0" b="0"/>
              <a:pathLst>
                <a:path w="85216" h="86559" extrusionOk="0">
                  <a:moveTo>
                    <a:pt x="1748" y="1"/>
                  </a:moveTo>
                  <a:lnTo>
                    <a:pt x="1" y="2958"/>
                  </a:lnTo>
                  <a:lnTo>
                    <a:pt x="83602" y="86559"/>
                  </a:lnTo>
                  <a:lnTo>
                    <a:pt x="85215" y="83602"/>
                  </a:lnTo>
                  <a:lnTo>
                    <a:pt x="1748"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374" name="Shape 374"/>
            <p:cNvSpPr/>
            <p:nvPr/>
          </p:nvSpPr>
          <p:spPr>
            <a:xfrm>
              <a:off x="4777725" y="1592375"/>
              <a:ext cx="2130375" cy="2160600"/>
            </a:xfrm>
            <a:custGeom>
              <a:avLst/>
              <a:gdLst/>
              <a:ahLst/>
              <a:cxnLst/>
              <a:rect l="0" t="0" r="0" b="0"/>
              <a:pathLst>
                <a:path w="85215" h="86424" extrusionOk="0">
                  <a:moveTo>
                    <a:pt x="1613" y="1"/>
                  </a:moveTo>
                  <a:lnTo>
                    <a:pt x="0" y="2957"/>
                  </a:lnTo>
                  <a:lnTo>
                    <a:pt x="83467" y="86424"/>
                  </a:lnTo>
                  <a:lnTo>
                    <a:pt x="85215" y="83601"/>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375" name="Shape 375"/>
            <p:cNvSpPr/>
            <p:nvPr/>
          </p:nvSpPr>
          <p:spPr>
            <a:xfrm>
              <a:off x="4811325" y="1531900"/>
              <a:ext cx="2133750" cy="2160600"/>
            </a:xfrm>
            <a:custGeom>
              <a:avLst/>
              <a:gdLst/>
              <a:ahLst/>
              <a:cxnLst/>
              <a:rect l="0" t="0" r="0" b="0"/>
              <a:pathLst>
                <a:path w="85350" h="86424" extrusionOk="0">
                  <a:moveTo>
                    <a:pt x="1748" y="0"/>
                  </a:moveTo>
                  <a:lnTo>
                    <a:pt x="0" y="2823"/>
                  </a:lnTo>
                  <a:lnTo>
                    <a:pt x="83602" y="86423"/>
                  </a:lnTo>
                  <a:lnTo>
                    <a:pt x="85349" y="83467"/>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376" name="Shape 376"/>
            <p:cNvSpPr/>
            <p:nvPr/>
          </p:nvSpPr>
          <p:spPr>
            <a:xfrm>
              <a:off x="4848275" y="1468050"/>
              <a:ext cx="2130400" cy="2163975"/>
            </a:xfrm>
            <a:custGeom>
              <a:avLst/>
              <a:gdLst/>
              <a:ahLst/>
              <a:cxnLst/>
              <a:rect l="0" t="0" r="0" b="0"/>
              <a:pathLst>
                <a:path w="85216" h="86559" extrusionOk="0">
                  <a:moveTo>
                    <a:pt x="1614" y="0"/>
                  </a:moveTo>
                  <a:lnTo>
                    <a:pt x="1" y="2957"/>
                  </a:lnTo>
                  <a:lnTo>
                    <a:pt x="83602" y="86558"/>
                  </a:lnTo>
                  <a:lnTo>
                    <a:pt x="85215" y="83601"/>
                  </a:lnTo>
                  <a:lnTo>
                    <a:pt x="1614"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377" name="Shape 377"/>
            <p:cNvSpPr/>
            <p:nvPr/>
          </p:nvSpPr>
          <p:spPr>
            <a:xfrm>
              <a:off x="4881875" y="1431100"/>
              <a:ext cx="2133750" cy="2140425"/>
            </a:xfrm>
            <a:custGeom>
              <a:avLst/>
              <a:gdLst/>
              <a:ahLst/>
              <a:cxnLst/>
              <a:rect l="0" t="0" r="0" b="0"/>
              <a:pathLst>
                <a:path w="85350" h="85617" extrusionOk="0">
                  <a:moveTo>
                    <a:pt x="1211" y="0"/>
                  </a:moveTo>
                  <a:lnTo>
                    <a:pt x="1" y="2016"/>
                  </a:lnTo>
                  <a:lnTo>
                    <a:pt x="83602" y="85617"/>
                  </a:lnTo>
                  <a:lnTo>
                    <a:pt x="85350" y="82660"/>
                  </a:lnTo>
                  <a:lnTo>
                    <a:pt x="2689"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378" name="Shape 378"/>
            <p:cNvSpPr/>
            <p:nvPr/>
          </p:nvSpPr>
          <p:spPr>
            <a:xfrm>
              <a:off x="4928925" y="1431100"/>
              <a:ext cx="2120300" cy="2076600"/>
            </a:xfrm>
            <a:custGeom>
              <a:avLst/>
              <a:gdLst/>
              <a:ahLst/>
              <a:cxnLst/>
              <a:rect l="0" t="0" r="0" b="0"/>
              <a:pathLst>
                <a:path w="84812" h="83064" extrusionOk="0">
                  <a:moveTo>
                    <a:pt x="1" y="0"/>
                  </a:moveTo>
                  <a:lnTo>
                    <a:pt x="83199" y="83063"/>
                  </a:lnTo>
                  <a:lnTo>
                    <a:pt x="84812" y="80106"/>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379" name="Shape 379"/>
            <p:cNvSpPr/>
            <p:nvPr/>
          </p:nvSpPr>
          <p:spPr>
            <a:xfrm>
              <a:off x="5026375" y="1431100"/>
              <a:ext cx="2059825" cy="2016100"/>
            </a:xfrm>
            <a:custGeom>
              <a:avLst/>
              <a:gdLst/>
              <a:ahLst/>
              <a:cxnLst/>
              <a:rect l="0" t="0" r="0" b="0"/>
              <a:pathLst>
                <a:path w="82393" h="80644" extrusionOk="0">
                  <a:moveTo>
                    <a:pt x="0" y="0"/>
                  </a:moveTo>
                  <a:lnTo>
                    <a:pt x="80645" y="80644"/>
                  </a:lnTo>
                  <a:lnTo>
                    <a:pt x="82392" y="77687"/>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380" name="Shape 380"/>
            <p:cNvSpPr/>
            <p:nvPr/>
          </p:nvSpPr>
          <p:spPr>
            <a:xfrm>
              <a:off x="5123825" y="1431100"/>
              <a:ext cx="1995975" cy="1955625"/>
            </a:xfrm>
            <a:custGeom>
              <a:avLst/>
              <a:gdLst/>
              <a:ahLst/>
              <a:cxnLst/>
              <a:rect l="0" t="0" r="0" b="0"/>
              <a:pathLst>
                <a:path w="79839" h="78225" extrusionOk="0">
                  <a:moveTo>
                    <a:pt x="0" y="0"/>
                  </a:moveTo>
                  <a:lnTo>
                    <a:pt x="78225" y="78225"/>
                  </a:lnTo>
                  <a:lnTo>
                    <a:pt x="79838" y="75268"/>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381" name="Shape 381"/>
            <p:cNvSpPr/>
            <p:nvPr/>
          </p:nvSpPr>
          <p:spPr>
            <a:xfrm>
              <a:off x="5221275" y="1431100"/>
              <a:ext cx="1935475" cy="1891775"/>
            </a:xfrm>
            <a:custGeom>
              <a:avLst/>
              <a:gdLst/>
              <a:ahLst/>
              <a:cxnLst/>
              <a:rect l="0" t="0" r="0" b="0"/>
              <a:pathLst>
                <a:path w="77419" h="75671" extrusionOk="0">
                  <a:moveTo>
                    <a:pt x="0" y="0"/>
                  </a:moveTo>
                  <a:lnTo>
                    <a:pt x="75671" y="75671"/>
                  </a:lnTo>
                  <a:lnTo>
                    <a:pt x="77419" y="72714"/>
                  </a:lnTo>
                  <a:lnTo>
                    <a:pt x="4570"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382" name="Shape 382"/>
            <p:cNvSpPr/>
            <p:nvPr/>
          </p:nvSpPr>
          <p:spPr>
            <a:xfrm>
              <a:off x="5318700" y="1431100"/>
              <a:ext cx="1875025" cy="1831300"/>
            </a:xfrm>
            <a:custGeom>
              <a:avLst/>
              <a:gdLst/>
              <a:ahLst/>
              <a:cxnLst/>
              <a:rect l="0" t="0" r="0" b="0"/>
              <a:pathLst>
                <a:path w="75001" h="73252" extrusionOk="0">
                  <a:moveTo>
                    <a:pt x="1" y="0"/>
                  </a:moveTo>
                  <a:lnTo>
                    <a:pt x="73253" y="73251"/>
                  </a:lnTo>
                  <a:lnTo>
                    <a:pt x="75000" y="70295"/>
                  </a:lnTo>
                  <a:lnTo>
                    <a:pt x="4571"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383" name="Shape 383"/>
            <p:cNvSpPr/>
            <p:nvPr/>
          </p:nvSpPr>
          <p:spPr>
            <a:xfrm>
              <a:off x="5416150" y="1431100"/>
              <a:ext cx="1811175" cy="1770825"/>
            </a:xfrm>
            <a:custGeom>
              <a:avLst/>
              <a:gdLst/>
              <a:ahLst/>
              <a:cxnLst/>
              <a:rect l="0" t="0" r="0" b="0"/>
              <a:pathLst>
                <a:path w="72447" h="70833" extrusionOk="0">
                  <a:moveTo>
                    <a:pt x="1" y="0"/>
                  </a:moveTo>
                  <a:lnTo>
                    <a:pt x="70699" y="70832"/>
                  </a:lnTo>
                  <a:lnTo>
                    <a:pt x="72446" y="67875"/>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384" name="Shape 384"/>
            <p:cNvSpPr/>
            <p:nvPr/>
          </p:nvSpPr>
          <p:spPr>
            <a:xfrm>
              <a:off x="5510250" y="1431100"/>
              <a:ext cx="1754025" cy="1706975"/>
            </a:xfrm>
            <a:custGeom>
              <a:avLst/>
              <a:gdLst/>
              <a:ahLst/>
              <a:cxnLst/>
              <a:rect l="0" t="0" r="0" b="0"/>
              <a:pathLst>
                <a:path w="70161" h="68279" extrusionOk="0">
                  <a:moveTo>
                    <a:pt x="0" y="0"/>
                  </a:moveTo>
                  <a:lnTo>
                    <a:pt x="68413" y="68278"/>
                  </a:lnTo>
                  <a:lnTo>
                    <a:pt x="70161" y="65456"/>
                  </a:lnTo>
                  <a:lnTo>
                    <a:pt x="4704"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385" name="Shape 385"/>
            <p:cNvSpPr/>
            <p:nvPr/>
          </p:nvSpPr>
          <p:spPr>
            <a:xfrm>
              <a:off x="5607675" y="1431100"/>
              <a:ext cx="1690200" cy="1646500"/>
            </a:xfrm>
            <a:custGeom>
              <a:avLst/>
              <a:gdLst/>
              <a:ahLst/>
              <a:cxnLst/>
              <a:rect l="0" t="0" r="0" b="0"/>
              <a:pathLst>
                <a:path w="67608" h="65860" extrusionOk="0">
                  <a:moveTo>
                    <a:pt x="1" y="0"/>
                  </a:moveTo>
                  <a:lnTo>
                    <a:pt x="65995" y="65859"/>
                  </a:lnTo>
                  <a:lnTo>
                    <a:pt x="67608" y="62902"/>
                  </a:lnTo>
                  <a:lnTo>
                    <a:pt x="4705"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386" name="Shape 386"/>
            <p:cNvSpPr/>
            <p:nvPr/>
          </p:nvSpPr>
          <p:spPr>
            <a:xfrm>
              <a:off x="5705125" y="1431100"/>
              <a:ext cx="1629725" cy="1586000"/>
            </a:xfrm>
            <a:custGeom>
              <a:avLst/>
              <a:gdLst/>
              <a:ahLst/>
              <a:cxnLst/>
              <a:rect l="0" t="0" r="0" b="0"/>
              <a:pathLst>
                <a:path w="65189" h="63440" extrusionOk="0">
                  <a:moveTo>
                    <a:pt x="1" y="0"/>
                  </a:moveTo>
                  <a:lnTo>
                    <a:pt x="63441" y="63440"/>
                  </a:lnTo>
                  <a:lnTo>
                    <a:pt x="65188" y="60483"/>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387" name="Shape 387"/>
            <p:cNvSpPr/>
            <p:nvPr/>
          </p:nvSpPr>
          <p:spPr>
            <a:xfrm>
              <a:off x="5802575" y="1431100"/>
              <a:ext cx="1565875" cy="1525525"/>
            </a:xfrm>
            <a:custGeom>
              <a:avLst/>
              <a:gdLst/>
              <a:ahLst/>
              <a:cxnLst/>
              <a:rect l="0" t="0" r="0" b="0"/>
              <a:pathLst>
                <a:path w="62635" h="61021" extrusionOk="0">
                  <a:moveTo>
                    <a:pt x="1" y="0"/>
                  </a:moveTo>
                  <a:lnTo>
                    <a:pt x="61021" y="61020"/>
                  </a:lnTo>
                  <a:lnTo>
                    <a:pt x="62634" y="58064"/>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388" name="Shape 388"/>
            <p:cNvSpPr/>
            <p:nvPr/>
          </p:nvSpPr>
          <p:spPr>
            <a:xfrm>
              <a:off x="5900025" y="1431100"/>
              <a:ext cx="1481850" cy="1461675"/>
            </a:xfrm>
            <a:custGeom>
              <a:avLst/>
              <a:gdLst/>
              <a:ahLst/>
              <a:cxnLst/>
              <a:rect l="0" t="0" r="0" b="0"/>
              <a:pathLst>
                <a:path w="59274" h="58467" extrusionOk="0">
                  <a:moveTo>
                    <a:pt x="0" y="0"/>
                  </a:moveTo>
                  <a:lnTo>
                    <a:pt x="58468" y="58467"/>
                  </a:lnTo>
                  <a:lnTo>
                    <a:pt x="59274" y="57123"/>
                  </a:lnTo>
                  <a:lnTo>
                    <a:pt x="56048" y="51478"/>
                  </a:lnTo>
                  <a:lnTo>
                    <a:pt x="4570"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389" name="Shape 389"/>
            <p:cNvSpPr/>
            <p:nvPr/>
          </p:nvSpPr>
          <p:spPr>
            <a:xfrm>
              <a:off x="5997475" y="1431100"/>
              <a:ext cx="1307125" cy="1297025"/>
            </a:xfrm>
            <a:custGeom>
              <a:avLst/>
              <a:gdLst/>
              <a:ahLst/>
              <a:cxnLst/>
              <a:rect l="0" t="0" r="0" b="0"/>
              <a:pathLst>
                <a:path w="52285" h="51881" extrusionOk="0">
                  <a:moveTo>
                    <a:pt x="0" y="0"/>
                  </a:moveTo>
                  <a:lnTo>
                    <a:pt x="51747" y="51881"/>
                  </a:lnTo>
                  <a:lnTo>
                    <a:pt x="52285" y="51478"/>
                  </a:lnTo>
                  <a:lnTo>
                    <a:pt x="46908"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390" name="Shape 390"/>
            <p:cNvSpPr/>
            <p:nvPr/>
          </p:nvSpPr>
          <p:spPr>
            <a:xfrm>
              <a:off x="6094900" y="1431100"/>
              <a:ext cx="1075300" cy="1065175"/>
            </a:xfrm>
            <a:custGeom>
              <a:avLst/>
              <a:gdLst/>
              <a:ahLst/>
              <a:cxnLst/>
              <a:rect l="0" t="0" r="0" b="0"/>
              <a:pathLst>
                <a:path w="43012" h="42607" extrusionOk="0">
                  <a:moveTo>
                    <a:pt x="1" y="0"/>
                  </a:moveTo>
                  <a:lnTo>
                    <a:pt x="42608" y="42607"/>
                  </a:lnTo>
                  <a:lnTo>
                    <a:pt x="43011" y="42338"/>
                  </a:lnTo>
                  <a:lnTo>
                    <a:pt x="37769" y="33064"/>
                  </a:lnTo>
                  <a:lnTo>
                    <a:pt x="4571"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391" name="Shape 391"/>
            <p:cNvSpPr/>
            <p:nvPr/>
          </p:nvSpPr>
          <p:spPr>
            <a:xfrm>
              <a:off x="6189000" y="1431100"/>
              <a:ext cx="850150" cy="836700"/>
            </a:xfrm>
            <a:custGeom>
              <a:avLst/>
              <a:gdLst/>
              <a:ahLst/>
              <a:cxnLst/>
              <a:rect l="0" t="0" r="0" b="0"/>
              <a:pathLst>
                <a:path w="34006" h="33468" extrusionOk="0">
                  <a:moveTo>
                    <a:pt x="0" y="0"/>
                  </a:moveTo>
                  <a:lnTo>
                    <a:pt x="33602" y="33467"/>
                  </a:lnTo>
                  <a:lnTo>
                    <a:pt x="34005" y="33198"/>
                  </a:lnTo>
                  <a:lnTo>
                    <a:pt x="28629" y="23924"/>
                  </a:lnTo>
                  <a:lnTo>
                    <a:pt x="4705"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392" name="Shape 392"/>
            <p:cNvSpPr/>
            <p:nvPr/>
          </p:nvSpPr>
          <p:spPr>
            <a:xfrm>
              <a:off x="6286450" y="1431100"/>
              <a:ext cx="618300" cy="608200"/>
            </a:xfrm>
            <a:custGeom>
              <a:avLst/>
              <a:gdLst/>
              <a:ahLst/>
              <a:cxnLst/>
              <a:rect l="0" t="0" r="0" b="0"/>
              <a:pathLst>
                <a:path w="24732" h="24328" extrusionOk="0">
                  <a:moveTo>
                    <a:pt x="0" y="0"/>
                  </a:moveTo>
                  <a:lnTo>
                    <a:pt x="24328" y="24328"/>
                  </a:lnTo>
                  <a:lnTo>
                    <a:pt x="24731" y="23924"/>
                  </a:lnTo>
                  <a:lnTo>
                    <a:pt x="19489" y="14785"/>
                  </a:lnTo>
                  <a:lnTo>
                    <a:pt x="4704"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393" name="Shape 393"/>
            <p:cNvSpPr/>
            <p:nvPr/>
          </p:nvSpPr>
          <p:spPr>
            <a:xfrm>
              <a:off x="6383900" y="1431100"/>
              <a:ext cx="389800" cy="376350"/>
            </a:xfrm>
            <a:custGeom>
              <a:avLst/>
              <a:gdLst/>
              <a:ahLst/>
              <a:cxnLst/>
              <a:rect l="0" t="0" r="0" b="0"/>
              <a:pathLst>
                <a:path w="15592" h="15054" extrusionOk="0">
                  <a:moveTo>
                    <a:pt x="0" y="0"/>
                  </a:moveTo>
                  <a:lnTo>
                    <a:pt x="15188" y="15054"/>
                  </a:lnTo>
                  <a:lnTo>
                    <a:pt x="15591" y="14785"/>
                  </a:lnTo>
                  <a:lnTo>
                    <a:pt x="10215"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394" name="Shape 394"/>
            <p:cNvSpPr/>
            <p:nvPr/>
          </p:nvSpPr>
          <p:spPr>
            <a:xfrm>
              <a:off x="6481325" y="1431100"/>
              <a:ext cx="157950" cy="147850"/>
            </a:xfrm>
            <a:custGeom>
              <a:avLst/>
              <a:gdLst/>
              <a:ahLst/>
              <a:cxnLst/>
              <a:rect l="0" t="0" r="0" b="0"/>
              <a:pathLst>
                <a:path w="6318" h="5914" extrusionOk="0">
                  <a:moveTo>
                    <a:pt x="1" y="0"/>
                  </a:moveTo>
                  <a:lnTo>
                    <a:pt x="5915" y="5914"/>
                  </a:lnTo>
                  <a:lnTo>
                    <a:pt x="6318" y="5645"/>
                  </a:lnTo>
                  <a:lnTo>
                    <a:pt x="3092"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395" name="Shape 395"/>
          <p:cNvSpPr/>
          <p:nvPr/>
        </p:nvSpPr>
        <p:spPr>
          <a:xfrm rot="10800000" flipH="1">
            <a:off x="-123825" y="2811575"/>
            <a:ext cx="819899" cy="710099"/>
          </a:xfrm>
          <a:prstGeom prst="hexagon">
            <a:avLst>
              <a:gd name="adj" fmla="val 28678"/>
              <a:gd name="vf" fmla="val 115470"/>
            </a:avLst>
          </a:prstGeom>
          <a:noFill/>
          <a:ln w="9525" cap="flat"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396" name="Shape 396"/>
          <p:cNvSpPr/>
          <p:nvPr/>
        </p:nvSpPr>
        <p:spPr>
          <a:xfrm rot="10800000" flipH="1">
            <a:off x="638174" y="3192699"/>
            <a:ext cx="428700" cy="371100"/>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397" name="Shape 397"/>
          <p:cNvSpPr/>
          <p:nvPr/>
        </p:nvSpPr>
        <p:spPr>
          <a:xfrm rot="10800000" flipH="1">
            <a:off x="752474" y="1201800"/>
            <a:ext cx="819899" cy="710099"/>
          </a:xfrm>
          <a:prstGeom prst="hexagon">
            <a:avLst>
              <a:gd name="adj" fmla="val 28678"/>
              <a:gd name="vf" fmla="val 115470"/>
            </a:avLst>
          </a:prstGeom>
          <a:noFill/>
          <a:ln w="76200" cap="flat" cmpd="sng">
            <a:solidFill>
              <a:srgbClr val="184769"/>
            </a:solidFill>
            <a:prstDash val="solid"/>
            <a:miter/>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398" name="Shape 398"/>
          <p:cNvSpPr/>
          <p:nvPr/>
        </p:nvSpPr>
        <p:spPr>
          <a:xfrm rot="10800000" flipH="1">
            <a:off x="657224" y="4380174"/>
            <a:ext cx="358799" cy="310500"/>
          </a:xfrm>
          <a:prstGeom prst="hexagon">
            <a:avLst>
              <a:gd name="adj" fmla="val 28678"/>
              <a:gd name="vf" fmla="val 115470"/>
            </a:avLst>
          </a:prstGeom>
          <a:solidFill>
            <a:srgbClr val="00E1C6"/>
          </a:solidFill>
          <a:ln>
            <a:noFill/>
          </a:ln>
        </p:spPr>
        <p:txBody>
          <a:bodyPr lIns="91425" tIns="91425" rIns="91425" bIns="91425" anchor="ctr" anchorCtr="0">
            <a:noAutofit/>
          </a:bodyPr>
          <a:lstStyle/>
          <a:p>
            <a:pPr lvl="0">
              <a:spcBef>
                <a:spcPts val="0"/>
              </a:spcBef>
              <a:buNone/>
            </a:pPr>
            <a:endParaRPr/>
          </a:p>
        </p:txBody>
      </p:sp>
      <p:grpSp>
        <p:nvGrpSpPr>
          <p:cNvPr id="399" name="Shape 399"/>
          <p:cNvGrpSpPr/>
          <p:nvPr/>
        </p:nvGrpSpPr>
        <p:grpSpPr>
          <a:xfrm>
            <a:off x="986833" y="1394517"/>
            <a:ext cx="351203" cy="324660"/>
            <a:chOff x="5975075" y="2327500"/>
            <a:chExt cx="420100" cy="388350"/>
          </a:xfrm>
        </p:grpSpPr>
        <p:sp>
          <p:nvSpPr>
            <p:cNvPr id="400" name="Shape 400"/>
            <p:cNvSpPr/>
            <p:nvPr/>
          </p:nvSpPr>
          <p:spPr>
            <a:xfrm>
              <a:off x="5975075" y="2474650"/>
              <a:ext cx="98325" cy="220450"/>
            </a:xfrm>
            <a:custGeom>
              <a:avLst/>
              <a:gdLst/>
              <a:ahLst/>
              <a:cxnLst/>
              <a:rect l="0" t="0" r="0" b="0"/>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401" name="Shape 401"/>
            <p:cNvSpPr/>
            <p:nvPr/>
          </p:nvSpPr>
          <p:spPr>
            <a:xfrm>
              <a:off x="6088025" y="2327500"/>
              <a:ext cx="307150" cy="388350"/>
            </a:xfrm>
            <a:custGeom>
              <a:avLst/>
              <a:gdLst/>
              <a:ahLst/>
              <a:cxnLst/>
              <a:rect l="0" t="0" r="0" b="0"/>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402" name="Shape 402"/>
          <p:cNvSpPr/>
          <p:nvPr/>
        </p:nvSpPr>
        <p:spPr>
          <a:xfrm>
            <a:off x="203100" y="3022776"/>
            <a:ext cx="166061" cy="287704"/>
          </a:xfrm>
          <a:custGeom>
            <a:avLst/>
            <a:gdLst/>
            <a:ahLst/>
            <a:cxnLst/>
            <a:rect l="0" t="0" r="0" b="0"/>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grpSp>
        <p:nvGrpSpPr>
          <p:cNvPr id="403" name="Shape 403"/>
          <p:cNvGrpSpPr/>
          <p:nvPr/>
        </p:nvGrpSpPr>
        <p:grpSpPr>
          <a:xfrm>
            <a:off x="295728" y="877705"/>
            <a:ext cx="247468" cy="392302"/>
            <a:chOff x="6718575" y="2318625"/>
            <a:chExt cx="256950" cy="407375"/>
          </a:xfrm>
        </p:grpSpPr>
        <p:sp>
          <p:nvSpPr>
            <p:cNvPr id="404" name="Shape 404"/>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05" name="Shape 405"/>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06" name="Shape 406"/>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07" name="Shape 407"/>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08" name="Shape 408"/>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09" name="Shape 409"/>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10" name="Shape 410"/>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11" name="Shape 411"/>
            <p:cNvSpPr/>
            <p:nvPr/>
          </p:nvSpPr>
          <p:spPr>
            <a:xfrm>
              <a:off x="6795900" y="2628550"/>
              <a:ext cx="102300" cy="25"/>
            </a:xfrm>
            <a:custGeom>
              <a:avLst/>
              <a:gdLst/>
              <a:ahLst/>
              <a:cxnLst/>
              <a:rect l="0" t="0" r="0" b="0"/>
              <a:pathLst>
                <a:path w="4092" h="1" fill="none" extrusionOk="0">
                  <a:moveTo>
                    <a:pt x="0" y="1"/>
                  </a:moveTo>
                  <a:lnTo>
                    <a:pt x="4092" y="1"/>
                  </a:lnTo>
                </a:path>
              </a:pathLst>
            </a:custGeom>
            <a:noFill/>
            <a:ln w="12175" cap="rnd"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nvGrpSpPr>
          <p:cNvPr id="412" name="Shape 412"/>
          <p:cNvGrpSpPr/>
          <p:nvPr/>
        </p:nvGrpSpPr>
        <p:grpSpPr>
          <a:xfrm>
            <a:off x="1229484" y="3310480"/>
            <a:ext cx="342881" cy="350068"/>
            <a:chOff x="3951850" y="2985350"/>
            <a:chExt cx="407950" cy="416500"/>
          </a:xfrm>
        </p:grpSpPr>
        <p:sp>
          <p:nvSpPr>
            <p:cNvPr id="413" name="Shape 413"/>
            <p:cNvSpPr/>
            <p:nvPr/>
          </p:nvSpPr>
          <p:spPr>
            <a:xfrm>
              <a:off x="3951850" y="2985350"/>
              <a:ext cx="314800" cy="314825"/>
            </a:xfrm>
            <a:custGeom>
              <a:avLst/>
              <a:gdLst/>
              <a:ahLst/>
              <a:cxnLst/>
              <a:rect l="0" t="0" r="0" b="0"/>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14" name="Shape 414"/>
            <p:cNvSpPr/>
            <p:nvPr/>
          </p:nvSpPr>
          <p:spPr>
            <a:xfrm>
              <a:off x="3988375" y="3021875"/>
              <a:ext cx="241750" cy="241750"/>
            </a:xfrm>
            <a:custGeom>
              <a:avLst/>
              <a:gdLst/>
              <a:ahLst/>
              <a:cxnLst/>
              <a:rect l="0" t="0" r="0" b="0"/>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15" name="Shape 415"/>
            <p:cNvSpPr/>
            <p:nvPr/>
          </p:nvSpPr>
          <p:spPr>
            <a:xfrm>
              <a:off x="4024300" y="3058425"/>
              <a:ext cx="84650" cy="84650"/>
            </a:xfrm>
            <a:custGeom>
              <a:avLst/>
              <a:gdLst/>
              <a:ahLst/>
              <a:cxnLst/>
              <a:rect l="0" t="0" r="0" b="0"/>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416" name="Shape 416"/>
            <p:cNvSpPr/>
            <p:nvPr/>
          </p:nvSpPr>
          <p:spPr>
            <a:xfrm>
              <a:off x="4205750" y="3248375"/>
              <a:ext cx="154050" cy="153475"/>
            </a:xfrm>
            <a:custGeom>
              <a:avLst/>
              <a:gdLst/>
              <a:ahLst/>
              <a:cxnLst/>
              <a:rect l="0" t="0" r="0" b="0"/>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nvGrpSpPr>
          <p:cNvPr id="417" name="Shape 417"/>
          <p:cNvGrpSpPr/>
          <p:nvPr/>
        </p:nvGrpSpPr>
        <p:grpSpPr>
          <a:xfrm rot="10800000" flipH="1">
            <a:off x="-97888" y="626111"/>
            <a:ext cx="1034724" cy="895486"/>
            <a:chOff x="238125" y="1431100"/>
            <a:chExt cx="3296350" cy="2852775"/>
          </a:xfrm>
        </p:grpSpPr>
        <p:sp>
          <p:nvSpPr>
            <p:cNvPr id="418" name="Shape 418"/>
            <p:cNvSpPr/>
            <p:nvPr/>
          </p:nvSpPr>
          <p:spPr>
            <a:xfrm>
              <a:off x="980725" y="4136025"/>
              <a:ext cx="157950" cy="147850"/>
            </a:xfrm>
            <a:custGeom>
              <a:avLst/>
              <a:gdLst/>
              <a:ahLst/>
              <a:cxnLst/>
              <a:rect l="0" t="0" r="0" b="0"/>
              <a:pathLst>
                <a:path w="6318" h="5914" extrusionOk="0">
                  <a:moveTo>
                    <a:pt x="403" y="0"/>
                  </a:moveTo>
                  <a:lnTo>
                    <a:pt x="0" y="269"/>
                  </a:lnTo>
                  <a:lnTo>
                    <a:pt x="3226" y="5914"/>
                  </a:lnTo>
                  <a:lnTo>
                    <a:pt x="6317" y="5914"/>
                  </a:lnTo>
                  <a:lnTo>
                    <a:pt x="403"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419" name="Shape 419"/>
            <p:cNvSpPr/>
            <p:nvPr/>
          </p:nvSpPr>
          <p:spPr>
            <a:xfrm>
              <a:off x="849675" y="3907525"/>
              <a:ext cx="386425" cy="376350"/>
            </a:xfrm>
            <a:custGeom>
              <a:avLst/>
              <a:gdLst/>
              <a:ahLst/>
              <a:cxnLst/>
              <a:rect l="0" t="0" r="0" b="0"/>
              <a:pathLst>
                <a:path w="15457" h="15054" extrusionOk="0">
                  <a:moveTo>
                    <a:pt x="403" y="0"/>
                  </a:moveTo>
                  <a:lnTo>
                    <a:pt x="0" y="269"/>
                  </a:lnTo>
                  <a:lnTo>
                    <a:pt x="5242" y="9543"/>
                  </a:lnTo>
                  <a:lnTo>
                    <a:pt x="10887" y="15054"/>
                  </a:lnTo>
                  <a:lnTo>
                    <a:pt x="15457" y="15054"/>
                  </a:lnTo>
                  <a:lnTo>
                    <a:pt x="403"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420" name="Shape 420"/>
            <p:cNvSpPr/>
            <p:nvPr/>
          </p:nvSpPr>
          <p:spPr>
            <a:xfrm>
              <a:off x="715250" y="3675675"/>
              <a:ext cx="618300" cy="608200"/>
            </a:xfrm>
            <a:custGeom>
              <a:avLst/>
              <a:gdLst/>
              <a:ahLst/>
              <a:cxnLst/>
              <a:rect l="0" t="0" r="0" b="0"/>
              <a:pathLst>
                <a:path w="24732" h="24328" extrusionOk="0">
                  <a:moveTo>
                    <a:pt x="404" y="0"/>
                  </a:moveTo>
                  <a:lnTo>
                    <a:pt x="1" y="404"/>
                  </a:lnTo>
                  <a:lnTo>
                    <a:pt x="5377" y="9543"/>
                  </a:lnTo>
                  <a:lnTo>
                    <a:pt x="20162"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421" name="Shape 421"/>
            <p:cNvSpPr/>
            <p:nvPr/>
          </p:nvSpPr>
          <p:spPr>
            <a:xfrm>
              <a:off x="584200" y="3447175"/>
              <a:ext cx="846800" cy="836700"/>
            </a:xfrm>
            <a:custGeom>
              <a:avLst/>
              <a:gdLst/>
              <a:ahLst/>
              <a:cxnLst/>
              <a:rect l="0" t="0" r="0" b="0"/>
              <a:pathLst>
                <a:path w="33872" h="33468" extrusionOk="0">
                  <a:moveTo>
                    <a:pt x="404" y="1"/>
                  </a:moveTo>
                  <a:lnTo>
                    <a:pt x="1" y="270"/>
                  </a:lnTo>
                  <a:lnTo>
                    <a:pt x="5243" y="9544"/>
                  </a:lnTo>
                  <a:lnTo>
                    <a:pt x="29167" y="33468"/>
                  </a:lnTo>
                  <a:lnTo>
                    <a:pt x="33872"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422" name="Shape 422"/>
            <p:cNvSpPr/>
            <p:nvPr/>
          </p:nvSpPr>
          <p:spPr>
            <a:xfrm>
              <a:off x="449800" y="3218700"/>
              <a:ext cx="1078650" cy="1065175"/>
            </a:xfrm>
            <a:custGeom>
              <a:avLst/>
              <a:gdLst/>
              <a:ahLst/>
              <a:cxnLst/>
              <a:rect l="0" t="0" r="0" b="0"/>
              <a:pathLst>
                <a:path w="43146" h="42607" extrusionOk="0">
                  <a:moveTo>
                    <a:pt x="404" y="0"/>
                  </a:moveTo>
                  <a:lnTo>
                    <a:pt x="1"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423" name="Shape 423"/>
            <p:cNvSpPr/>
            <p:nvPr/>
          </p:nvSpPr>
          <p:spPr>
            <a:xfrm>
              <a:off x="318750" y="2990200"/>
              <a:ext cx="1307150" cy="1293675"/>
            </a:xfrm>
            <a:custGeom>
              <a:avLst/>
              <a:gdLst/>
              <a:ahLst/>
              <a:cxnLst/>
              <a:rect l="0" t="0" r="0" b="0"/>
              <a:pathLst>
                <a:path w="52286" h="51747" extrusionOk="0">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424" name="Shape 424"/>
            <p:cNvSpPr/>
            <p:nvPr/>
          </p:nvSpPr>
          <p:spPr>
            <a:xfrm>
              <a:off x="1286500" y="3964650"/>
              <a:ext cx="436850" cy="319225"/>
            </a:xfrm>
            <a:custGeom>
              <a:avLst/>
              <a:gdLst/>
              <a:ahLst/>
              <a:cxnLst/>
              <a:rect l="0" t="0" r="0" b="0"/>
              <a:pathLst>
                <a:path w="17474" h="12769" extrusionOk="0">
                  <a:moveTo>
                    <a:pt x="0" y="0"/>
                  </a:moveTo>
                  <a:lnTo>
                    <a:pt x="12769" y="12769"/>
                  </a:lnTo>
                  <a:lnTo>
                    <a:pt x="17473" y="12769"/>
                  </a:lnTo>
                  <a:lnTo>
                    <a:pt x="4704"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425" name="Shape 425"/>
            <p:cNvSpPr/>
            <p:nvPr/>
          </p:nvSpPr>
          <p:spPr>
            <a:xfrm>
              <a:off x="238125" y="2822200"/>
              <a:ext cx="924075" cy="1008075"/>
            </a:xfrm>
            <a:custGeom>
              <a:avLst/>
              <a:gdLst/>
              <a:ahLst/>
              <a:cxnLst/>
              <a:rect l="0" t="0" r="0" b="0"/>
              <a:pathLst>
                <a:path w="36963" h="40323" extrusionOk="0">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426" name="Shape 426"/>
            <p:cNvSpPr/>
            <p:nvPr/>
          </p:nvSpPr>
          <p:spPr>
            <a:xfrm>
              <a:off x="138392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427" name="Shape 427"/>
            <p:cNvSpPr/>
            <p:nvPr/>
          </p:nvSpPr>
          <p:spPr>
            <a:xfrm>
              <a:off x="251550" y="2761700"/>
              <a:ext cx="779600" cy="840075"/>
            </a:xfrm>
            <a:custGeom>
              <a:avLst/>
              <a:gdLst/>
              <a:ahLst/>
              <a:cxnLst/>
              <a:rect l="0" t="0" r="0" b="0"/>
              <a:pathLst>
                <a:path w="31184" h="33603" extrusionOk="0">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428" name="Shape 428"/>
            <p:cNvSpPr/>
            <p:nvPr/>
          </p:nvSpPr>
          <p:spPr>
            <a:xfrm>
              <a:off x="288525" y="2697875"/>
              <a:ext cx="608200" cy="675400"/>
            </a:xfrm>
            <a:custGeom>
              <a:avLst/>
              <a:gdLst/>
              <a:ahLst/>
              <a:cxnLst/>
              <a:rect l="0" t="0" r="0" b="0"/>
              <a:pathLst>
                <a:path w="24328" h="27016" extrusionOk="0">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429" name="Shape 429"/>
            <p:cNvSpPr/>
            <p:nvPr/>
          </p:nvSpPr>
          <p:spPr>
            <a:xfrm>
              <a:off x="1481375" y="396465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430" name="Shape 430"/>
            <p:cNvSpPr/>
            <p:nvPr/>
          </p:nvSpPr>
          <p:spPr>
            <a:xfrm>
              <a:off x="1578825" y="3964650"/>
              <a:ext cx="433500" cy="319225"/>
            </a:xfrm>
            <a:custGeom>
              <a:avLst/>
              <a:gdLst/>
              <a:ahLst/>
              <a:cxnLst/>
              <a:rect l="0" t="0" r="0" b="0"/>
              <a:pathLst>
                <a:path w="17340" h="12769" extrusionOk="0">
                  <a:moveTo>
                    <a:pt x="1" y="0"/>
                  </a:moveTo>
                  <a:lnTo>
                    <a:pt x="12769" y="12769"/>
                  </a:lnTo>
                  <a:lnTo>
                    <a:pt x="17339" y="12769"/>
                  </a:lnTo>
                  <a:lnTo>
                    <a:pt x="4570" y="0"/>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431" name="Shape 431"/>
            <p:cNvSpPr/>
            <p:nvPr/>
          </p:nvSpPr>
          <p:spPr>
            <a:xfrm>
              <a:off x="322125" y="2637375"/>
              <a:ext cx="443550" cy="504050"/>
            </a:xfrm>
            <a:custGeom>
              <a:avLst/>
              <a:gdLst/>
              <a:ahLst/>
              <a:cxnLst/>
              <a:rect l="0" t="0" r="0" b="0"/>
              <a:pathLst>
                <a:path w="17742" h="20162" extrusionOk="0">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432" name="Shape 432"/>
            <p:cNvSpPr/>
            <p:nvPr/>
          </p:nvSpPr>
          <p:spPr>
            <a:xfrm>
              <a:off x="359075" y="2576900"/>
              <a:ext cx="275575" cy="336050"/>
            </a:xfrm>
            <a:custGeom>
              <a:avLst/>
              <a:gdLst/>
              <a:ahLst/>
              <a:cxnLst/>
              <a:rect l="0" t="0" r="0" b="0"/>
              <a:pathLst>
                <a:path w="11023" h="13442" extrusionOk="0">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433" name="Shape 433"/>
            <p:cNvSpPr/>
            <p:nvPr/>
          </p:nvSpPr>
          <p:spPr>
            <a:xfrm>
              <a:off x="1676275" y="396465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434" name="Shape 434"/>
            <p:cNvSpPr/>
            <p:nvPr/>
          </p:nvSpPr>
          <p:spPr>
            <a:xfrm>
              <a:off x="392675" y="2513050"/>
              <a:ext cx="275575" cy="309175"/>
            </a:xfrm>
            <a:custGeom>
              <a:avLst/>
              <a:gdLst/>
              <a:ahLst/>
              <a:cxnLst/>
              <a:rect l="0" t="0" r="0" b="0"/>
              <a:pathLst>
                <a:path w="11023" h="12367" extrusionOk="0">
                  <a:moveTo>
                    <a:pt x="1748" y="1"/>
                  </a:moveTo>
                  <a:lnTo>
                    <a:pt x="1" y="2958"/>
                  </a:lnTo>
                  <a:lnTo>
                    <a:pt x="9409" y="12366"/>
                  </a:lnTo>
                  <a:lnTo>
                    <a:pt x="11022" y="9409"/>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435" name="Shape 435"/>
            <p:cNvSpPr/>
            <p:nvPr/>
          </p:nvSpPr>
          <p:spPr>
            <a:xfrm>
              <a:off x="1773725" y="3964650"/>
              <a:ext cx="433475" cy="319225"/>
            </a:xfrm>
            <a:custGeom>
              <a:avLst/>
              <a:gdLst/>
              <a:ahLst/>
              <a:cxnLst/>
              <a:rect l="0" t="0" r="0" b="0"/>
              <a:pathLst>
                <a:path w="17339" h="12769" extrusionOk="0">
                  <a:moveTo>
                    <a:pt x="0" y="0"/>
                  </a:moveTo>
                  <a:lnTo>
                    <a:pt x="12634" y="12769"/>
                  </a:lnTo>
                  <a:lnTo>
                    <a:pt x="17339" y="12769"/>
                  </a:lnTo>
                  <a:lnTo>
                    <a:pt x="4570" y="0"/>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436" name="Shape 436"/>
            <p:cNvSpPr/>
            <p:nvPr/>
          </p:nvSpPr>
          <p:spPr>
            <a:xfrm>
              <a:off x="429650" y="24525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437" name="Shape 437"/>
            <p:cNvSpPr/>
            <p:nvPr/>
          </p:nvSpPr>
          <p:spPr>
            <a:xfrm>
              <a:off x="1871150" y="3964650"/>
              <a:ext cx="433500" cy="319225"/>
            </a:xfrm>
            <a:custGeom>
              <a:avLst/>
              <a:gdLst/>
              <a:ahLst/>
              <a:cxnLst/>
              <a:rect l="0" t="0" r="0" b="0"/>
              <a:pathLst>
                <a:path w="17340" h="12769" extrusionOk="0">
                  <a:moveTo>
                    <a:pt x="1" y="0"/>
                  </a:moveTo>
                  <a:lnTo>
                    <a:pt x="12635" y="12769"/>
                  </a:lnTo>
                  <a:lnTo>
                    <a:pt x="17340" y="12769"/>
                  </a:lnTo>
                  <a:lnTo>
                    <a:pt x="4571" y="0"/>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438" name="Shape 438"/>
            <p:cNvSpPr/>
            <p:nvPr/>
          </p:nvSpPr>
          <p:spPr>
            <a:xfrm>
              <a:off x="1965250" y="3964650"/>
              <a:ext cx="436850" cy="319225"/>
            </a:xfrm>
            <a:custGeom>
              <a:avLst/>
              <a:gdLst/>
              <a:ahLst/>
              <a:cxnLst/>
              <a:rect l="0" t="0" r="0" b="0"/>
              <a:pathLst>
                <a:path w="17474" h="12769" extrusionOk="0">
                  <a:moveTo>
                    <a:pt x="0" y="0"/>
                  </a:moveTo>
                  <a:lnTo>
                    <a:pt x="12769" y="12769"/>
                  </a:lnTo>
                  <a:lnTo>
                    <a:pt x="17473" y="12769"/>
                  </a:lnTo>
                  <a:lnTo>
                    <a:pt x="4705"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439" name="Shape 439"/>
            <p:cNvSpPr/>
            <p:nvPr/>
          </p:nvSpPr>
          <p:spPr>
            <a:xfrm>
              <a:off x="466600" y="23921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440" name="Shape 440"/>
            <p:cNvSpPr/>
            <p:nvPr/>
          </p:nvSpPr>
          <p:spPr>
            <a:xfrm>
              <a:off x="206270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441" name="Shape 441"/>
            <p:cNvSpPr/>
            <p:nvPr/>
          </p:nvSpPr>
          <p:spPr>
            <a:xfrm>
              <a:off x="500200" y="2328250"/>
              <a:ext cx="275575" cy="309150"/>
            </a:xfrm>
            <a:custGeom>
              <a:avLst/>
              <a:gdLst/>
              <a:ahLst/>
              <a:cxnLst/>
              <a:rect l="0" t="0" r="0" b="0"/>
              <a:pathLst>
                <a:path w="11023" h="12366" extrusionOk="0">
                  <a:moveTo>
                    <a:pt x="1748" y="1"/>
                  </a:moveTo>
                  <a:lnTo>
                    <a:pt x="1" y="2957"/>
                  </a:lnTo>
                  <a:lnTo>
                    <a:pt x="9275" y="12366"/>
                  </a:lnTo>
                  <a:lnTo>
                    <a:pt x="11022" y="9409"/>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442" name="Shape 442"/>
            <p:cNvSpPr/>
            <p:nvPr/>
          </p:nvSpPr>
          <p:spPr>
            <a:xfrm>
              <a:off x="537175" y="2267775"/>
              <a:ext cx="275550" cy="305800"/>
            </a:xfrm>
            <a:custGeom>
              <a:avLst/>
              <a:gdLst/>
              <a:ahLst/>
              <a:cxnLst/>
              <a:rect l="0" t="0" r="0" b="0"/>
              <a:pathLst>
                <a:path w="11022" h="12232" extrusionOk="0">
                  <a:moveTo>
                    <a:pt x="1613" y="0"/>
                  </a:moveTo>
                  <a:lnTo>
                    <a:pt x="0" y="2957"/>
                  </a:lnTo>
                  <a:lnTo>
                    <a:pt x="9274" y="12231"/>
                  </a:lnTo>
                  <a:lnTo>
                    <a:pt x="11022" y="9274"/>
                  </a:lnTo>
                  <a:lnTo>
                    <a:pt x="1613"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443" name="Shape 443"/>
            <p:cNvSpPr/>
            <p:nvPr/>
          </p:nvSpPr>
          <p:spPr>
            <a:xfrm>
              <a:off x="216015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444" name="Shape 444"/>
            <p:cNvSpPr/>
            <p:nvPr/>
          </p:nvSpPr>
          <p:spPr>
            <a:xfrm>
              <a:off x="570775" y="2207275"/>
              <a:ext cx="275550" cy="305800"/>
            </a:xfrm>
            <a:custGeom>
              <a:avLst/>
              <a:gdLst/>
              <a:ahLst/>
              <a:cxnLst/>
              <a:rect l="0" t="0" r="0" b="0"/>
              <a:pathLst>
                <a:path w="11022" h="12232" extrusionOk="0">
                  <a:moveTo>
                    <a:pt x="1748" y="1"/>
                  </a:moveTo>
                  <a:lnTo>
                    <a:pt x="0" y="2958"/>
                  </a:lnTo>
                  <a:lnTo>
                    <a:pt x="9409" y="12232"/>
                  </a:lnTo>
                  <a:lnTo>
                    <a:pt x="11022" y="9275"/>
                  </a:lnTo>
                  <a:lnTo>
                    <a:pt x="1748"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445" name="Shape 445"/>
            <p:cNvSpPr/>
            <p:nvPr/>
          </p:nvSpPr>
          <p:spPr>
            <a:xfrm>
              <a:off x="225757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446" name="Shape 446"/>
            <p:cNvSpPr/>
            <p:nvPr/>
          </p:nvSpPr>
          <p:spPr>
            <a:xfrm>
              <a:off x="2355025" y="3964650"/>
              <a:ext cx="383100" cy="319225"/>
            </a:xfrm>
            <a:custGeom>
              <a:avLst/>
              <a:gdLst/>
              <a:ahLst/>
              <a:cxnLst/>
              <a:rect l="0" t="0" r="0" b="0"/>
              <a:pathLst>
                <a:path w="15324" h="12769" extrusionOk="0">
                  <a:moveTo>
                    <a:pt x="1" y="0"/>
                  </a:moveTo>
                  <a:lnTo>
                    <a:pt x="12769" y="12769"/>
                  </a:lnTo>
                  <a:lnTo>
                    <a:pt x="14248" y="12769"/>
                  </a:lnTo>
                  <a:lnTo>
                    <a:pt x="15323" y="10753"/>
                  </a:lnTo>
                  <a:lnTo>
                    <a:pt x="4570" y="0"/>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447" name="Shape 447"/>
            <p:cNvSpPr/>
            <p:nvPr/>
          </p:nvSpPr>
          <p:spPr>
            <a:xfrm>
              <a:off x="607725" y="2146800"/>
              <a:ext cx="275575" cy="305800"/>
            </a:xfrm>
            <a:custGeom>
              <a:avLst/>
              <a:gdLst/>
              <a:ahLst/>
              <a:cxnLst/>
              <a:rect l="0" t="0" r="0" b="0"/>
              <a:pathLst>
                <a:path w="11023" h="12232" extrusionOk="0">
                  <a:moveTo>
                    <a:pt x="1614" y="1"/>
                  </a:moveTo>
                  <a:lnTo>
                    <a:pt x="1" y="2823"/>
                  </a:lnTo>
                  <a:lnTo>
                    <a:pt x="9275" y="12232"/>
                  </a:lnTo>
                  <a:lnTo>
                    <a:pt x="11022" y="9275"/>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448" name="Shape 448"/>
            <p:cNvSpPr/>
            <p:nvPr/>
          </p:nvSpPr>
          <p:spPr>
            <a:xfrm>
              <a:off x="2452475" y="3941125"/>
              <a:ext cx="322600" cy="305800"/>
            </a:xfrm>
            <a:custGeom>
              <a:avLst/>
              <a:gdLst/>
              <a:ahLst/>
              <a:cxnLst/>
              <a:rect l="0" t="0" r="0" b="0"/>
              <a:pathLst>
                <a:path w="12904" h="12232" extrusionOk="0">
                  <a:moveTo>
                    <a:pt x="3495" y="1"/>
                  </a:moveTo>
                  <a:lnTo>
                    <a:pt x="2957" y="941"/>
                  </a:lnTo>
                  <a:lnTo>
                    <a:pt x="0" y="941"/>
                  </a:lnTo>
                  <a:lnTo>
                    <a:pt x="11156" y="12232"/>
                  </a:lnTo>
                  <a:lnTo>
                    <a:pt x="12904" y="9275"/>
                  </a:lnTo>
                  <a:lnTo>
                    <a:pt x="3495"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449" name="Shape 449"/>
            <p:cNvSpPr/>
            <p:nvPr/>
          </p:nvSpPr>
          <p:spPr>
            <a:xfrm>
              <a:off x="641325" y="2082950"/>
              <a:ext cx="275575" cy="305800"/>
            </a:xfrm>
            <a:custGeom>
              <a:avLst/>
              <a:gdLst/>
              <a:ahLst/>
              <a:cxnLst/>
              <a:rect l="0" t="0" r="0" b="0"/>
              <a:pathLst>
                <a:path w="11023" h="12232" extrusionOk="0">
                  <a:moveTo>
                    <a:pt x="1748" y="1"/>
                  </a:moveTo>
                  <a:lnTo>
                    <a:pt x="1" y="2958"/>
                  </a:lnTo>
                  <a:lnTo>
                    <a:pt x="9409" y="12232"/>
                  </a:lnTo>
                  <a:lnTo>
                    <a:pt x="11022" y="9409"/>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450" name="Shape 450"/>
            <p:cNvSpPr/>
            <p:nvPr/>
          </p:nvSpPr>
          <p:spPr>
            <a:xfrm>
              <a:off x="678300" y="20224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451" name="Shape 451"/>
            <p:cNvSpPr/>
            <p:nvPr/>
          </p:nvSpPr>
          <p:spPr>
            <a:xfrm>
              <a:off x="2533125" y="3877275"/>
              <a:ext cx="275550" cy="309175"/>
            </a:xfrm>
            <a:custGeom>
              <a:avLst/>
              <a:gdLst/>
              <a:ahLst/>
              <a:cxnLst/>
              <a:rect l="0" t="0" r="0" b="0"/>
              <a:pathLst>
                <a:path w="11022" h="12367" extrusionOk="0">
                  <a:moveTo>
                    <a:pt x="1748" y="1"/>
                  </a:moveTo>
                  <a:lnTo>
                    <a:pt x="0" y="2958"/>
                  </a:lnTo>
                  <a:lnTo>
                    <a:pt x="9409" y="12366"/>
                  </a:lnTo>
                  <a:lnTo>
                    <a:pt x="11022" y="9409"/>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452" name="Shape 452"/>
            <p:cNvSpPr/>
            <p:nvPr/>
          </p:nvSpPr>
          <p:spPr>
            <a:xfrm>
              <a:off x="2570075" y="3816800"/>
              <a:ext cx="275575" cy="305800"/>
            </a:xfrm>
            <a:custGeom>
              <a:avLst/>
              <a:gdLst/>
              <a:ahLst/>
              <a:cxnLst/>
              <a:rect l="0" t="0" r="0" b="0"/>
              <a:pathLst>
                <a:path w="11023" h="12232" extrusionOk="0">
                  <a:moveTo>
                    <a:pt x="1614" y="1"/>
                  </a:moveTo>
                  <a:lnTo>
                    <a:pt x="1" y="2957"/>
                  </a:lnTo>
                  <a:lnTo>
                    <a:pt x="9275" y="12232"/>
                  </a:lnTo>
                  <a:lnTo>
                    <a:pt x="11022" y="9275"/>
                  </a:lnTo>
                  <a:lnTo>
                    <a:pt x="1614" y="1"/>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453" name="Shape 453"/>
            <p:cNvSpPr/>
            <p:nvPr/>
          </p:nvSpPr>
          <p:spPr>
            <a:xfrm>
              <a:off x="711900" y="1962000"/>
              <a:ext cx="275550" cy="305800"/>
            </a:xfrm>
            <a:custGeom>
              <a:avLst/>
              <a:gdLst/>
              <a:ahLst/>
              <a:cxnLst/>
              <a:rect l="0" t="0" r="0" b="0"/>
              <a:pathLst>
                <a:path w="11022" h="12232" extrusionOk="0">
                  <a:moveTo>
                    <a:pt x="1748" y="0"/>
                  </a:moveTo>
                  <a:lnTo>
                    <a:pt x="0" y="2957"/>
                  </a:lnTo>
                  <a:lnTo>
                    <a:pt x="9409" y="12231"/>
                  </a:lnTo>
                  <a:lnTo>
                    <a:pt x="11022" y="9274"/>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454" name="Shape 454"/>
            <p:cNvSpPr/>
            <p:nvPr/>
          </p:nvSpPr>
          <p:spPr>
            <a:xfrm>
              <a:off x="2603675" y="37563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455" name="Shape 455"/>
            <p:cNvSpPr/>
            <p:nvPr/>
          </p:nvSpPr>
          <p:spPr>
            <a:xfrm>
              <a:off x="748850" y="1898150"/>
              <a:ext cx="275575" cy="309150"/>
            </a:xfrm>
            <a:custGeom>
              <a:avLst/>
              <a:gdLst/>
              <a:ahLst/>
              <a:cxnLst/>
              <a:rect l="0" t="0" r="0" b="0"/>
              <a:pathLst>
                <a:path w="11023" h="12366" extrusionOk="0">
                  <a:moveTo>
                    <a:pt x="1748" y="0"/>
                  </a:moveTo>
                  <a:lnTo>
                    <a:pt x="1" y="2957"/>
                  </a:lnTo>
                  <a:lnTo>
                    <a:pt x="9275" y="12366"/>
                  </a:lnTo>
                  <a:lnTo>
                    <a:pt x="11022" y="9409"/>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456" name="Shape 456"/>
            <p:cNvSpPr/>
            <p:nvPr/>
          </p:nvSpPr>
          <p:spPr>
            <a:xfrm>
              <a:off x="2640650" y="36924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457" name="Shape 457"/>
            <p:cNvSpPr/>
            <p:nvPr/>
          </p:nvSpPr>
          <p:spPr>
            <a:xfrm>
              <a:off x="785825" y="1837675"/>
              <a:ext cx="275550" cy="305800"/>
            </a:xfrm>
            <a:custGeom>
              <a:avLst/>
              <a:gdLst/>
              <a:ahLst/>
              <a:cxnLst/>
              <a:rect l="0" t="0" r="0" b="0"/>
              <a:pathLst>
                <a:path w="11022" h="12232" extrusionOk="0">
                  <a:moveTo>
                    <a:pt x="1613" y="0"/>
                  </a:moveTo>
                  <a:lnTo>
                    <a:pt x="0" y="2957"/>
                  </a:lnTo>
                  <a:lnTo>
                    <a:pt x="9275" y="12231"/>
                  </a:lnTo>
                  <a:lnTo>
                    <a:pt x="11022" y="9274"/>
                  </a:lnTo>
                  <a:lnTo>
                    <a:pt x="1613"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458" name="Shape 458"/>
            <p:cNvSpPr/>
            <p:nvPr/>
          </p:nvSpPr>
          <p:spPr>
            <a:xfrm>
              <a:off x="2677600" y="3632000"/>
              <a:ext cx="275575" cy="305800"/>
            </a:xfrm>
            <a:custGeom>
              <a:avLst/>
              <a:gdLst/>
              <a:ahLst/>
              <a:cxnLst/>
              <a:rect l="0" t="0" r="0" b="0"/>
              <a:pathLst>
                <a:path w="11023" h="12232" extrusionOk="0">
                  <a:moveTo>
                    <a:pt x="1614" y="0"/>
                  </a:moveTo>
                  <a:lnTo>
                    <a:pt x="1" y="2957"/>
                  </a:lnTo>
                  <a:lnTo>
                    <a:pt x="9275" y="12231"/>
                  </a:lnTo>
                  <a:lnTo>
                    <a:pt x="11022" y="9274"/>
                  </a:lnTo>
                  <a:lnTo>
                    <a:pt x="1614"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459" name="Shape 459"/>
            <p:cNvSpPr/>
            <p:nvPr/>
          </p:nvSpPr>
          <p:spPr>
            <a:xfrm>
              <a:off x="819425" y="1777175"/>
              <a:ext cx="275550" cy="305800"/>
            </a:xfrm>
            <a:custGeom>
              <a:avLst/>
              <a:gdLst/>
              <a:ahLst/>
              <a:cxnLst/>
              <a:rect l="0" t="0" r="0" b="0"/>
              <a:pathLst>
                <a:path w="11022" h="12232" extrusionOk="0">
                  <a:moveTo>
                    <a:pt x="1748" y="1"/>
                  </a:moveTo>
                  <a:lnTo>
                    <a:pt x="0" y="2958"/>
                  </a:lnTo>
                  <a:lnTo>
                    <a:pt x="9275" y="12232"/>
                  </a:lnTo>
                  <a:lnTo>
                    <a:pt x="11022" y="9275"/>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460" name="Shape 460"/>
            <p:cNvSpPr/>
            <p:nvPr/>
          </p:nvSpPr>
          <p:spPr>
            <a:xfrm>
              <a:off x="2711200" y="35715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461" name="Shape 461"/>
            <p:cNvSpPr/>
            <p:nvPr/>
          </p:nvSpPr>
          <p:spPr>
            <a:xfrm>
              <a:off x="856375" y="1713350"/>
              <a:ext cx="275575" cy="309150"/>
            </a:xfrm>
            <a:custGeom>
              <a:avLst/>
              <a:gdLst/>
              <a:ahLst/>
              <a:cxnLst/>
              <a:rect l="0" t="0" r="0" b="0"/>
              <a:pathLst>
                <a:path w="11023" h="12366" extrusionOk="0">
                  <a:moveTo>
                    <a:pt x="1614" y="0"/>
                  </a:moveTo>
                  <a:lnTo>
                    <a:pt x="1" y="2957"/>
                  </a:lnTo>
                  <a:lnTo>
                    <a:pt x="9275" y="12366"/>
                  </a:lnTo>
                  <a:lnTo>
                    <a:pt x="11022" y="9409"/>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462" name="Shape 462"/>
            <p:cNvSpPr/>
            <p:nvPr/>
          </p:nvSpPr>
          <p:spPr>
            <a:xfrm>
              <a:off x="890000" y="1652850"/>
              <a:ext cx="275550" cy="305800"/>
            </a:xfrm>
            <a:custGeom>
              <a:avLst/>
              <a:gdLst/>
              <a:ahLst/>
              <a:cxnLst/>
              <a:rect l="0" t="0" r="0" b="0"/>
              <a:pathLst>
                <a:path w="11022" h="12232" extrusionOk="0">
                  <a:moveTo>
                    <a:pt x="1747" y="1"/>
                  </a:moveTo>
                  <a:lnTo>
                    <a:pt x="0" y="2958"/>
                  </a:lnTo>
                  <a:lnTo>
                    <a:pt x="9409" y="12232"/>
                  </a:lnTo>
                  <a:lnTo>
                    <a:pt x="11021" y="9275"/>
                  </a:lnTo>
                  <a:lnTo>
                    <a:pt x="1747"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463" name="Shape 463"/>
            <p:cNvSpPr/>
            <p:nvPr/>
          </p:nvSpPr>
          <p:spPr>
            <a:xfrm>
              <a:off x="2748175" y="3511025"/>
              <a:ext cx="275550" cy="305800"/>
            </a:xfrm>
            <a:custGeom>
              <a:avLst/>
              <a:gdLst/>
              <a:ahLst/>
              <a:cxnLst/>
              <a:rect l="0" t="0" r="0" b="0"/>
              <a:pathLst>
                <a:path w="11022" h="12232" extrusionOk="0">
                  <a:moveTo>
                    <a:pt x="1613" y="1"/>
                  </a:moveTo>
                  <a:lnTo>
                    <a:pt x="0" y="2823"/>
                  </a:lnTo>
                  <a:lnTo>
                    <a:pt x="9274" y="12232"/>
                  </a:lnTo>
                  <a:lnTo>
                    <a:pt x="11022" y="9275"/>
                  </a:lnTo>
                  <a:lnTo>
                    <a:pt x="1613"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464" name="Shape 464"/>
            <p:cNvSpPr/>
            <p:nvPr/>
          </p:nvSpPr>
          <p:spPr>
            <a:xfrm>
              <a:off x="2781775" y="3447175"/>
              <a:ext cx="275550" cy="305800"/>
            </a:xfrm>
            <a:custGeom>
              <a:avLst/>
              <a:gdLst/>
              <a:ahLst/>
              <a:cxnLst/>
              <a:rect l="0" t="0" r="0" b="0"/>
              <a:pathLst>
                <a:path w="11022" h="12232" extrusionOk="0">
                  <a:moveTo>
                    <a:pt x="1748" y="1"/>
                  </a:moveTo>
                  <a:lnTo>
                    <a:pt x="0" y="2958"/>
                  </a:lnTo>
                  <a:lnTo>
                    <a:pt x="9409" y="12232"/>
                  </a:lnTo>
                  <a:lnTo>
                    <a:pt x="11022" y="9409"/>
                  </a:lnTo>
                  <a:lnTo>
                    <a:pt x="1748"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465" name="Shape 465"/>
            <p:cNvSpPr/>
            <p:nvPr/>
          </p:nvSpPr>
          <p:spPr>
            <a:xfrm>
              <a:off x="926950" y="1592375"/>
              <a:ext cx="275550" cy="305800"/>
            </a:xfrm>
            <a:custGeom>
              <a:avLst/>
              <a:gdLst/>
              <a:ahLst/>
              <a:cxnLst/>
              <a:rect l="0" t="0" r="0" b="0"/>
              <a:pathLst>
                <a:path w="11022" h="12232" extrusionOk="0">
                  <a:moveTo>
                    <a:pt x="1613" y="1"/>
                  </a:moveTo>
                  <a:lnTo>
                    <a:pt x="1" y="2957"/>
                  </a:lnTo>
                  <a:lnTo>
                    <a:pt x="9275" y="12231"/>
                  </a:lnTo>
                  <a:lnTo>
                    <a:pt x="11022" y="9275"/>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466" name="Shape 466"/>
            <p:cNvSpPr/>
            <p:nvPr/>
          </p:nvSpPr>
          <p:spPr>
            <a:xfrm>
              <a:off x="960550" y="1531900"/>
              <a:ext cx="275550" cy="305800"/>
            </a:xfrm>
            <a:custGeom>
              <a:avLst/>
              <a:gdLst/>
              <a:ahLst/>
              <a:cxnLst/>
              <a:rect l="0" t="0" r="0" b="0"/>
              <a:pathLst>
                <a:path w="11022" h="12232" extrusionOk="0">
                  <a:moveTo>
                    <a:pt x="1748" y="0"/>
                  </a:moveTo>
                  <a:lnTo>
                    <a:pt x="1" y="2823"/>
                  </a:lnTo>
                  <a:lnTo>
                    <a:pt x="9409" y="12231"/>
                  </a:lnTo>
                  <a:lnTo>
                    <a:pt x="11022" y="9274"/>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467" name="Shape 467"/>
            <p:cNvSpPr/>
            <p:nvPr/>
          </p:nvSpPr>
          <p:spPr>
            <a:xfrm>
              <a:off x="2818725" y="3386700"/>
              <a:ext cx="275575" cy="305800"/>
            </a:xfrm>
            <a:custGeom>
              <a:avLst/>
              <a:gdLst/>
              <a:ahLst/>
              <a:cxnLst/>
              <a:rect l="0" t="0" r="0" b="0"/>
              <a:pathLst>
                <a:path w="11023" h="12232" extrusionOk="0">
                  <a:moveTo>
                    <a:pt x="1614" y="1"/>
                  </a:moveTo>
                  <a:lnTo>
                    <a:pt x="1" y="2957"/>
                  </a:lnTo>
                  <a:lnTo>
                    <a:pt x="9275" y="12231"/>
                  </a:lnTo>
                  <a:lnTo>
                    <a:pt x="11022" y="9275"/>
                  </a:lnTo>
                  <a:lnTo>
                    <a:pt x="1614" y="1"/>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468" name="Shape 468"/>
            <p:cNvSpPr/>
            <p:nvPr/>
          </p:nvSpPr>
          <p:spPr>
            <a:xfrm>
              <a:off x="997525" y="1468050"/>
              <a:ext cx="322600" cy="305800"/>
            </a:xfrm>
            <a:custGeom>
              <a:avLst/>
              <a:gdLst/>
              <a:ahLst/>
              <a:cxnLst/>
              <a:rect l="0" t="0" r="0" b="0"/>
              <a:pathLst>
                <a:path w="12904" h="12232" extrusionOk="0">
                  <a:moveTo>
                    <a:pt x="1747" y="0"/>
                  </a:moveTo>
                  <a:lnTo>
                    <a:pt x="0" y="2957"/>
                  </a:lnTo>
                  <a:lnTo>
                    <a:pt x="9274" y="12231"/>
                  </a:lnTo>
                  <a:lnTo>
                    <a:pt x="9946" y="11291"/>
                  </a:lnTo>
                  <a:lnTo>
                    <a:pt x="12903" y="11291"/>
                  </a:lnTo>
                  <a:lnTo>
                    <a:pt x="1747"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469" name="Shape 469"/>
            <p:cNvSpPr/>
            <p:nvPr/>
          </p:nvSpPr>
          <p:spPr>
            <a:xfrm>
              <a:off x="2852325" y="33262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470" name="Shape 470"/>
            <p:cNvSpPr/>
            <p:nvPr/>
          </p:nvSpPr>
          <p:spPr>
            <a:xfrm>
              <a:off x="1034475" y="1431100"/>
              <a:ext cx="383075" cy="319225"/>
            </a:xfrm>
            <a:custGeom>
              <a:avLst/>
              <a:gdLst/>
              <a:ahLst/>
              <a:cxnLst/>
              <a:rect l="0" t="0" r="0" b="0"/>
              <a:pathLst>
                <a:path w="15323" h="12769" extrusionOk="0">
                  <a:moveTo>
                    <a:pt x="1076" y="0"/>
                  </a:moveTo>
                  <a:lnTo>
                    <a:pt x="1" y="2016"/>
                  </a:lnTo>
                  <a:lnTo>
                    <a:pt x="10619" y="12769"/>
                  </a:lnTo>
                  <a:lnTo>
                    <a:pt x="15323" y="12769"/>
                  </a:lnTo>
                  <a:lnTo>
                    <a:pt x="2554"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471" name="Shape 471"/>
            <p:cNvSpPr/>
            <p:nvPr/>
          </p:nvSpPr>
          <p:spPr>
            <a:xfrm>
              <a:off x="2889300" y="32623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472" name="Shape 472"/>
            <p:cNvSpPr/>
            <p:nvPr/>
          </p:nvSpPr>
          <p:spPr>
            <a:xfrm>
              <a:off x="10781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473" name="Shape 473"/>
            <p:cNvSpPr/>
            <p:nvPr/>
          </p:nvSpPr>
          <p:spPr>
            <a:xfrm>
              <a:off x="2926250" y="32019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474" name="Shape 474"/>
            <p:cNvSpPr/>
            <p:nvPr/>
          </p:nvSpPr>
          <p:spPr>
            <a:xfrm>
              <a:off x="1175600" y="1431100"/>
              <a:ext cx="436850" cy="319225"/>
            </a:xfrm>
            <a:custGeom>
              <a:avLst/>
              <a:gdLst/>
              <a:ahLst/>
              <a:cxnLst/>
              <a:rect l="0" t="0" r="0" b="0"/>
              <a:pathLst>
                <a:path w="17474" h="12769" extrusionOk="0">
                  <a:moveTo>
                    <a:pt x="1" y="0"/>
                  </a:moveTo>
                  <a:lnTo>
                    <a:pt x="12769" y="12769"/>
                  </a:lnTo>
                  <a:lnTo>
                    <a:pt x="17474" y="12769"/>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475" name="Shape 475"/>
            <p:cNvSpPr/>
            <p:nvPr/>
          </p:nvSpPr>
          <p:spPr>
            <a:xfrm>
              <a:off x="2959850" y="31414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476" name="Shape 476"/>
            <p:cNvSpPr/>
            <p:nvPr/>
          </p:nvSpPr>
          <p:spPr>
            <a:xfrm>
              <a:off x="2996825" y="3077575"/>
              <a:ext cx="275550" cy="309150"/>
            </a:xfrm>
            <a:custGeom>
              <a:avLst/>
              <a:gdLst/>
              <a:ahLst/>
              <a:cxnLst/>
              <a:rect l="0" t="0" r="0" b="0"/>
              <a:pathLst>
                <a:path w="11022" h="12366" extrusionOk="0">
                  <a:moveTo>
                    <a:pt x="1613" y="0"/>
                  </a:moveTo>
                  <a:lnTo>
                    <a:pt x="0" y="2957"/>
                  </a:lnTo>
                  <a:lnTo>
                    <a:pt x="9275" y="12366"/>
                  </a:lnTo>
                  <a:lnTo>
                    <a:pt x="11022" y="9409"/>
                  </a:lnTo>
                  <a:lnTo>
                    <a:pt x="1613"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477" name="Shape 477"/>
            <p:cNvSpPr/>
            <p:nvPr/>
          </p:nvSpPr>
          <p:spPr>
            <a:xfrm>
              <a:off x="1273050" y="1431100"/>
              <a:ext cx="433500" cy="319225"/>
            </a:xfrm>
            <a:custGeom>
              <a:avLst/>
              <a:gdLst/>
              <a:ahLst/>
              <a:cxnLst/>
              <a:rect l="0" t="0" r="0" b="0"/>
              <a:pathLst>
                <a:path w="17340" h="12769" extrusionOk="0">
                  <a:moveTo>
                    <a:pt x="0" y="0"/>
                  </a:moveTo>
                  <a:lnTo>
                    <a:pt x="12769" y="12769"/>
                  </a:lnTo>
                  <a:lnTo>
                    <a:pt x="17339" y="12769"/>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478" name="Shape 478"/>
            <p:cNvSpPr/>
            <p:nvPr/>
          </p:nvSpPr>
          <p:spPr>
            <a:xfrm>
              <a:off x="1370500" y="1431100"/>
              <a:ext cx="433475" cy="319225"/>
            </a:xfrm>
            <a:custGeom>
              <a:avLst/>
              <a:gdLst/>
              <a:ahLst/>
              <a:cxnLst/>
              <a:rect l="0" t="0" r="0" b="0"/>
              <a:pathLst>
                <a:path w="17339" h="12769" extrusionOk="0">
                  <a:moveTo>
                    <a:pt x="0" y="0"/>
                  </a:moveTo>
                  <a:lnTo>
                    <a:pt x="12769" y="12769"/>
                  </a:lnTo>
                  <a:lnTo>
                    <a:pt x="17339" y="12769"/>
                  </a:lnTo>
                  <a:lnTo>
                    <a:pt x="4705"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479" name="Shape 479"/>
            <p:cNvSpPr/>
            <p:nvPr/>
          </p:nvSpPr>
          <p:spPr>
            <a:xfrm>
              <a:off x="3030425" y="3017075"/>
              <a:ext cx="275550" cy="305800"/>
            </a:xfrm>
            <a:custGeom>
              <a:avLst/>
              <a:gdLst/>
              <a:ahLst/>
              <a:cxnLst/>
              <a:rect l="0" t="0" r="0" b="0"/>
              <a:pathLst>
                <a:path w="11022" h="12232" extrusionOk="0">
                  <a:moveTo>
                    <a:pt x="1748" y="1"/>
                  </a:moveTo>
                  <a:lnTo>
                    <a:pt x="1" y="2958"/>
                  </a:lnTo>
                  <a:lnTo>
                    <a:pt x="9409" y="12232"/>
                  </a:lnTo>
                  <a:lnTo>
                    <a:pt x="11022" y="9275"/>
                  </a:lnTo>
                  <a:lnTo>
                    <a:pt x="1748" y="1"/>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480" name="Shape 480"/>
            <p:cNvSpPr/>
            <p:nvPr/>
          </p:nvSpPr>
          <p:spPr>
            <a:xfrm>
              <a:off x="1467950" y="143110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481" name="Shape 481"/>
            <p:cNvSpPr/>
            <p:nvPr/>
          </p:nvSpPr>
          <p:spPr>
            <a:xfrm>
              <a:off x="3067375" y="2956600"/>
              <a:ext cx="275575" cy="305800"/>
            </a:xfrm>
            <a:custGeom>
              <a:avLst/>
              <a:gdLst/>
              <a:ahLst/>
              <a:cxnLst/>
              <a:rect l="0" t="0" r="0" b="0"/>
              <a:pathLst>
                <a:path w="11023" h="12232" extrusionOk="0">
                  <a:moveTo>
                    <a:pt x="1614" y="0"/>
                  </a:moveTo>
                  <a:lnTo>
                    <a:pt x="1" y="2957"/>
                  </a:lnTo>
                  <a:lnTo>
                    <a:pt x="9275" y="12231"/>
                  </a:lnTo>
                  <a:lnTo>
                    <a:pt x="11022" y="9275"/>
                  </a:lnTo>
                  <a:lnTo>
                    <a:pt x="1614"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482" name="Shape 482"/>
            <p:cNvSpPr/>
            <p:nvPr/>
          </p:nvSpPr>
          <p:spPr>
            <a:xfrm>
              <a:off x="156537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483" name="Shape 483"/>
            <p:cNvSpPr/>
            <p:nvPr/>
          </p:nvSpPr>
          <p:spPr>
            <a:xfrm>
              <a:off x="3101000" y="2896125"/>
              <a:ext cx="275550" cy="305800"/>
            </a:xfrm>
            <a:custGeom>
              <a:avLst/>
              <a:gdLst/>
              <a:ahLst/>
              <a:cxnLst/>
              <a:rect l="0" t="0" r="0" b="0"/>
              <a:pathLst>
                <a:path w="11022" h="12232" extrusionOk="0">
                  <a:moveTo>
                    <a:pt x="1747" y="0"/>
                  </a:moveTo>
                  <a:lnTo>
                    <a:pt x="0" y="2823"/>
                  </a:lnTo>
                  <a:lnTo>
                    <a:pt x="9409" y="12231"/>
                  </a:lnTo>
                  <a:lnTo>
                    <a:pt x="11021" y="9274"/>
                  </a:lnTo>
                  <a:lnTo>
                    <a:pt x="1747"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484" name="Shape 484"/>
            <p:cNvSpPr/>
            <p:nvPr/>
          </p:nvSpPr>
          <p:spPr>
            <a:xfrm>
              <a:off x="3137950" y="2802025"/>
              <a:ext cx="275550" cy="336050"/>
            </a:xfrm>
            <a:custGeom>
              <a:avLst/>
              <a:gdLst/>
              <a:ahLst/>
              <a:cxnLst/>
              <a:rect l="0" t="0" r="0" b="0"/>
              <a:pathLst>
                <a:path w="11022" h="13442" extrusionOk="0">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485" name="Shape 485"/>
            <p:cNvSpPr/>
            <p:nvPr/>
          </p:nvSpPr>
          <p:spPr>
            <a:xfrm>
              <a:off x="166282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486" name="Shape 486"/>
            <p:cNvSpPr/>
            <p:nvPr/>
          </p:nvSpPr>
          <p:spPr>
            <a:xfrm>
              <a:off x="3006900" y="2573550"/>
              <a:ext cx="440200" cy="504050"/>
            </a:xfrm>
            <a:custGeom>
              <a:avLst/>
              <a:gdLst/>
              <a:ahLst/>
              <a:cxnLst/>
              <a:rect l="0" t="0" r="0" b="0"/>
              <a:pathLst>
                <a:path w="17608" h="20162" extrusionOk="0">
                  <a:moveTo>
                    <a:pt x="404" y="0"/>
                  </a:moveTo>
                  <a:lnTo>
                    <a:pt x="1" y="269"/>
                  </a:lnTo>
                  <a:lnTo>
                    <a:pt x="5243" y="9543"/>
                  </a:lnTo>
                  <a:lnTo>
                    <a:pt x="15995" y="20161"/>
                  </a:lnTo>
                  <a:lnTo>
                    <a:pt x="17608" y="17204"/>
                  </a:lnTo>
                  <a:lnTo>
                    <a:pt x="404"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487" name="Shape 487"/>
            <p:cNvSpPr/>
            <p:nvPr/>
          </p:nvSpPr>
          <p:spPr>
            <a:xfrm>
              <a:off x="1760275" y="1431100"/>
              <a:ext cx="433500" cy="319225"/>
            </a:xfrm>
            <a:custGeom>
              <a:avLst/>
              <a:gdLst/>
              <a:ahLst/>
              <a:cxnLst/>
              <a:rect l="0" t="0" r="0" b="0"/>
              <a:pathLst>
                <a:path w="17340" h="12769" extrusionOk="0">
                  <a:moveTo>
                    <a:pt x="1" y="0"/>
                  </a:moveTo>
                  <a:lnTo>
                    <a:pt x="12635" y="12769"/>
                  </a:lnTo>
                  <a:lnTo>
                    <a:pt x="17339" y="12769"/>
                  </a:lnTo>
                  <a:lnTo>
                    <a:pt x="4570"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488" name="Shape 488"/>
            <p:cNvSpPr/>
            <p:nvPr/>
          </p:nvSpPr>
          <p:spPr>
            <a:xfrm>
              <a:off x="18543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489" name="Shape 489"/>
            <p:cNvSpPr/>
            <p:nvPr/>
          </p:nvSpPr>
          <p:spPr>
            <a:xfrm>
              <a:off x="2872500" y="2345050"/>
              <a:ext cx="611575" cy="672050"/>
            </a:xfrm>
            <a:custGeom>
              <a:avLst/>
              <a:gdLst/>
              <a:ahLst/>
              <a:cxnLst/>
              <a:rect l="0" t="0" r="0" b="0"/>
              <a:pathLst>
                <a:path w="24463" h="26882" extrusionOk="0">
                  <a:moveTo>
                    <a:pt x="538" y="1"/>
                  </a:moveTo>
                  <a:lnTo>
                    <a:pt x="0" y="269"/>
                  </a:lnTo>
                  <a:lnTo>
                    <a:pt x="5377" y="9409"/>
                  </a:lnTo>
                  <a:lnTo>
                    <a:pt x="22715" y="26882"/>
                  </a:lnTo>
                  <a:lnTo>
                    <a:pt x="24462" y="23925"/>
                  </a:lnTo>
                  <a:lnTo>
                    <a:pt x="538" y="1"/>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490" name="Shape 490"/>
            <p:cNvSpPr/>
            <p:nvPr/>
          </p:nvSpPr>
          <p:spPr>
            <a:xfrm>
              <a:off x="2741450" y="2113200"/>
              <a:ext cx="779575" cy="843425"/>
            </a:xfrm>
            <a:custGeom>
              <a:avLst/>
              <a:gdLst/>
              <a:ahLst/>
              <a:cxnLst/>
              <a:rect l="0" t="0" r="0" b="0"/>
              <a:pathLst>
                <a:path w="31183" h="33737" extrusionOk="0">
                  <a:moveTo>
                    <a:pt x="404" y="0"/>
                  </a:moveTo>
                  <a:lnTo>
                    <a:pt x="0" y="404"/>
                  </a:lnTo>
                  <a:lnTo>
                    <a:pt x="5242" y="9543"/>
                  </a:lnTo>
                  <a:lnTo>
                    <a:pt x="29436" y="33736"/>
                  </a:lnTo>
                  <a:lnTo>
                    <a:pt x="31183" y="30780"/>
                  </a:lnTo>
                  <a:lnTo>
                    <a:pt x="404"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491" name="Shape 491"/>
            <p:cNvSpPr/>
            <p:nvPr/>
          </p:nvSpPr>
          <p:spPr>
            <a:xfrm>
              <a:off x="195180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492" name="Shape 492"/>
            <p:cNvSpPr/>
            <p:nvPr/>
          </p:nvSpPr>
          <p:spPr>
            <a:xfrm>
              <a:off x="204925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493" name="Shape 493"/>
            <p:cNvSpPr/>
            <p:nvPr/>
          </p:nvSpPr>
          <p:spPr>
            <a:xfrm>
              <a:off x="2610400" y="1884700"/>
              <a:ext cx="924075" cy="1008075"/>
            </a:xfrm>
            <a:custGeom>
              <a:avLst/>
              <a:gdLst/>
              <a:ahLst/>
              <a:cxnLst/>
              <a:rect l="0" t="0" r="0" b="0"/>
              <a:pathLst>
                <a:path w="36963" h="40323" extrusionOk="0">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494" name="Shape 494"/>
            <p:cNvSpPr/>
            <p:nvPr/>
          </p:nvSpPr>
          <p:spPr>
            <a:xfrm>
              <a:off x="2146700" y="1431100"/>
              <a:ext cx="1307125" cy="1297025"/>
            </a:xfrm>
            <a:custGeom>
              <a:avLst/>
              <a:gdLst/>
              <a:ahLst/>
              <a:cxnLst/>
              <a:rect l="0" t="0" r="0" b="0"/>
              <a:pathLst>
                <a:path w="52285" h="51881" extrusionOk="0">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495" name="Shape 495"/>
            <p:cNvSpPr/>
            <p:nvPr/>
          </p:nvSpPr>
          <p:spPr>
            <a:xfrm>
              <a:off x="2244150" y="1431100"/>
              <a:ext cx="1075275" cy="1065175"/>
            </a:xfrm>
            <a:custGeom>
              <a:avLst/>
              <a:gdLst/>
              <a:ahLst/>
              <a:cxnLst/>
              <a:rect l="0" t="0" r="0" b="0"/>
              <a:pathLst>
                <a:path w="43011" h="42607" extrusionOk="0">
                  <a:moveTo>
                    <a:pt x="0" y="0"/>
                  </a:moveTo>
                  <a:lnTo>
                    <a:pt x="42607" y="42607"/>
                  </a:lnTo>
                  <a:lnTo>
                    <a:pt x="43011" y="42338"/>
                  </a:lnTo>
                  <a:lnTo>
                    <a:pt x="37769" y="33064"/>
                  </a:lnTo>
                  <a:lnTo>
                    <a:pt x="4570"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496" name="Shape 496"/>
            <p:cNvSpPr/>
            <p:nvPr/>
          </p:nvSpPr>
          <p:spPr>
            <a:xfrm>
              <a:off x="2341575" y="1431100"/>
              <a:ext cx="846800" cy="836700"/>
            </a:xfrm>
            <a:custGeom>
              <a:avLst/>
              <a:gdLst/>
              <a:ahLst/>
              <a:cxnLst/>
              <a:rect l="0" t="0" r="0" b="0"/>
              <a:pathLst>
                <a:path w="33872" h="33468" extrusionOk="0">
                  <a:moveTo>
                    <a:pt x="1" y="0"/>
                  </a:moveTo>
                  <a:lnTo>
                    <a:pt x="33468" y="33467"/>
                  </a:lnTo>
                  <a:lnTo>
                    <a:pt x="33872" y="33198"/>
                  </a:lnTo>
                  <a:lnTo>
                    <a:pt x="28495" y="23924"/>
                  </a:lnTo>
                  <a:lnTo>
                    <a:pt x="4571"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497" name="Shape 497"/>
            <p:cNvSpPr/>
            <p:nvPr/>
          </p:nvSpPr>
          <p:spPr>
            <a:xfrm>
              <a:off x="2439025" y="1431100"/>
              <a:ext cx="618300" cy="608200"/>
            </a:xfrm>
            <a:custGeom>
              <a:avLst/>
              <a:gdLst/>
              <a:ahLst/>
              <a:cxnLst/>
              <a:rect l="0" t="0" r="0" b="0"/>
              <a:pathLst>
                <a:path w="24732" h="24328" extrusionOk="0">
                  <a:moveTo>
                    <a:pt x="1" y="0"/>
                  </a:moveTo>
                  <a:lnTo>
                    <a:pt x="24194" y="24328"/>
                  </a:lnTo>
                  <a:lnTo>
                    <a:pt x="24732" y="23924"/>
                  </a:lnTo>
                  <a:lnTo>
                    <a:pt x="19355" y="14785"/>
                  </a:lnTo>
                  <a:lnTo>
                    <a:pt x="4571"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498" name="Shape 498"/>
            <p:cNvSpPr/>
            <p:nvPr/>
          </p:nvSpPr>
          <p:spPr>
            <a:xfrm>
              <a:off x="2533125" y="1431100"/>
              <a:ext cx="389800" cy="376350"/>
            </a:xfrm>
            <a:custGeom>
              <a:avLst/>
              <a:gdLst/>
              <a:ahLst/>
              <a:cxnLst/>
              <a:rect l="0" t="0" r="0" b="0"/>
              <a:pathLst>
                <a:path w="15592" h="15054" extrusionOk="0">
                  <a:moveTo>
                    <a:pt x="0" y="0"/>
                  </a:moveTo>
                  <a:lnTo>
                    <a:pt x="15188" y="15054"/>
                  </a:lnTo>
                  <a:lnTo>
                    <a:pt x="15591" y="14785"/>
                  </a:lnTo>
                  <a:lnTo>
                    <a:pt x="10350"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499" name="Shape 499"/>
            <p:cNvSpPr/>
            <p:nvPr/>
          </p:nvSpPr>
          <p:spPr>
            <a:xfrm>
              <a:off x="2630575" y="1431100"/>
              <a:ext cx="161300" cy="147850"/>
            </a:xfrm>
            <a:custGeom>
              <a:avLst/>
              <a:gdLst/>
              <a:ahLst/>
              <a:cxnLst/>
              <a:rect l="0" t="0" r="0" b="0"/>
              <a:pathLst>
                <a:path w="6452" h="5914" extrusionOk="0">
                  <a:moveTo>
                    <a:pt x="0" y="0"/>
                  </a:moveTo>
                  <a:lnTo>
                    <a:pt x="6048" y="5914"/>
                  </a:lnTo>
                  <a:lnTo>
                    <a:pt x="6452" y="5645"/>
                  </a:lnTo>
                  <a:lnTo>
                    <a:pt x="3226"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500" name="Shape 500"/>
          <p:cNvSpPr/>
          <p:nvPr/>
        </p:nvSpPr>
        <p:spPr>
          <a:xfrm rot="10800000" flipH="1">
            <a:off x="542924" y="3612175"/>
            <a:ext cx="819899" cy="710099"/>
          </a:xfrm>
          <a:prstGeom prst="hexagon">
            <a:avLst>
              <a:gd name="adj" fmla="val 28678"/>
              <a:gd name="vf" fmla="val 115470"/>
            </a:avLst>
          </a:prstGeom>
          <a:noFill/>
          <a:ln w="9525" cap="flat"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01" name="Shape 501"/>
          <p:cNvSpPr/>
          <p:nvPr/>
        </p:nvSpPr>
        <p:spPr>
          <a:xfrm rot="10800000" flipH="1">
            <a:off x="728999" y="424699"/>
            <a:ext cx="428700" cy="371100"/>
          </a:xfrm>
          <a:prstGeom prst="hexagon">
            <a:avLst>
              <a:gd name="adj" fmla="val 28678"/>
              <a:gd name="vf" fmla="val 115470"/>
            </a:avLst>
          </a:prstGeom>
          <a:solidFill>
            <a:srgbClr val="3292E1"/>
          </a:solidFill>
          <a:ln>
            <a:noFill/>
          </a:ln>
        </p:spPr>
        <p:txBody>
          <a:bodyPr lIns="91425" tIns="91425" rIns="91425" bIns="91425" anchor="ctr" anchorCtr="0">
            <a:noAutofit/>
          </a:bodyPr>
          <a:lstStyle/>
          <a:p>
            <a:pPr lvl="0">
              <a:spcBef>
                <a:spcPts val="0"/>
              </a:spcBef>
              <a:buNone/>
            </a:pPr>
            <a:endParaRPr/>
          </a:p>
        </p:txBody>
      </p:sp>
      <p:sp>
        <p:nvSpPr>
          <p:cNvPr id="502" name="Shape 502"/>
          <p:cNvSpPr/>
          <p:nvPr/>
        </p:nvSpPr>
        <p:spPr>
          <a:xfrm rot="10800000" flipH="1">
            <a:off x="-115052" y="3996025"/>
            <a:ext cx="819899" cy="709799"/>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503" name="Shape 503"/>
          <p:cNvSpPr/>
          <p:nvPr/>
        </p:nvSpPr>
        <p:spPr>
          <a:xfrm rot="10800000" flipH="1">
            <a:off x="411199" y="258624"/>
            <a:ext cx="358799" cy="310500"/>
          </a:xfrm>
          <a:prstGeom prst="hexagon">
            <a:avLst>
              <a:gd name="adj" fmla="val 28678"/>
              <a:gd name="vf" fmla="val 115470"/>
            </a:avLst>
          </a:prstGeom>
          <a:noFill/>
          <a:ln w="19050" cap="flat" cmpd="sng">
            <a:solidFill>
              <a:srgbClr val="00E1C6"/>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04" name="Shape 504"/>
          <p:cNvSpPr/>
          <p:nvPr/>
        </p:nvSpPr>
        <p:spPr>
          <a:xfrm>
            <a:off x="828838" y="3843207"/>
            <a:ext cx="248072" cy="248057"/>
          </a:xfrm>
          <a:custGeom>
            <a:avLst/>
            <a:gdLst/>
            <a:ahLst/>
            <a:cxnLst/>
            <a:rect l="0" t="0" r="0" b="0"/>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nvGrpSpPr>
          <p:cNvPr id="505" name="Shape 505"/>
          <p:cNvGrpSpPr/>
          <p:nvPr/>
        </p:nvGrpSpPr>
        <p:grpSpPr>
          <a:xfrm>
            <a:off x="67091" y="1681689"/>
            <a:ext cx="455624" cy="437053"/>
            <a:chOff x="5241175" y="4959100"/>
            <a:chExt cx="539775" cy="517775"/>
          </a:xfrm>
        </p:grpSpPr>
        <p:sp>
          <p:nvSpPr>
            <p:cNvPr id="506" name="Shape 506"/>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507" name="Shape 507"/>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508" name="Shape 508"/>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509" name="Shape 509"/>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510" name="Shape 510"/>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511" name="Shape 511"/>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512" name="Shape 512"/>
          <p:cNvSpPr/>
          <p:nvPr/>
        </p:nvSpPr>
        <p:spPr>
          <a:xfrm>
            <a:off x="144925" y="4214500"/>
            <a:ext cx="299951" cy="272838"/>
          </a:xfrm>
          <a:custGeom>
            <a:avLst/>
            <a:gdLst/>
            <a:ahLst/>
            <a:cxnLst/>
            <a:rect l="0" t="0" r="0" b="0"/>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lIns="91425" tIns="91425" rIns="91425" bIns="91425" anchor="ctr" anchorCtr="0">
            <a:noAutofit/>
          </a:bodyPr>
          <a:lstStyle/>
          <a:p>
            <a:pPr lvl="0">
              <a:spcBef>
                <a:spcPts val="0"/>
              </a:spcBef>
              <a:buNone/>
            </a:pPr>
            <a:endParaRPr/>
          </a:p>
        </p:txBody>
      </p:sp>
      <p:sp>
        <p:nvSpPr>
          <p:cNvPr id="513" name="Shape 513"/>
          <p:cNvSpPr txBox="1"/>
          <p:nvPr/>
        </p:nvSpPr>
        <p:spPr>
          <a:xfrm>
            <a:off x="94000" y="1929581"/>
            <a:ext cx="1957200" cy="653699"/>
          </a:xfrm>
          <a:prstGeom prst="rect">
            <a:avLst/>
          </a:prstGeom>
          <a:noFill/>
          <a:ln>
            <a:noFill/>
          </a:ln>
        </p:spPr>
        <p:txBody>
          <a:bodyPr lIns="91425" tIns="91425" rIns="91425" bIns="91425" anchor="t" anchorCtr="0">
            <a:noAutofit/>
          </a:bodyPr>
          <a:lstStyle/>
          <a:p>
            <a:pPr lvl="0" algn="ctr" rtl="0">
              <a:spcBef>
                <a:spcPts val="0"/>
              </a:spcBef>
              <a:buNone/>
            </a:pPr>
            <a:r>
              <a:rPr lang="en" sz="12000">
                <a:solidFill>
                  <a:srgbClr val="FFFFFF"/>
                </a:solidFill>
                <a:latin typeface="Nixie One"/>
                <a:ea typeface="Nixie One"/>
                <a:cs typeface="Nixie One"/>
                <a:sym typeface="Nixie One"/>
              </a:rPr>
              <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514"/>
        <p:cNvGrpSpPr/>
        <p:nvPr/>
      </p:nvGrpSpPr>
      <p:grpSpPr>
        <a:xfrm>
          <a:off x="0" y="0"/>
          <a:ext cx="0" cy="0"/>
          <a:chOff x="0" y="0"/>
          <a:chExt cx="0" cy="0"/>
        </a:xfrm>
      </p:grpSpPr>
      <p:sp>
        <p:nvSpPr>
          <p:cNvPr id="515" name="Shape 515"/>
          <p:cNvSpPr txBox="1">
            <a:spLocks noGrp="1"/>
          </p:cNvSpPr>
          <p:nvPr>
            <p:ph type="title"/>
          </p:nvPr>
        </p:nvSpPr>
        <p:spPr>
          <a:xfrm>
            <a:off x="1732700" y="1735600"/>
            <a:ext cx="4944300" cy="6453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516" name="Shape 516"/>
          <p:cNvSpPr txBox="1">
            <a:spLocks noGrp="1"/>
          </p:cNvSpPr>
          <p:nvPr>
            <p:ph type="body" idx="1"/>
          </p:nvPr>
        </p:nvSpPr>
        <p:spPr>
          <a:xfrm>
            <a:off x="1732700" y="2255124"/>
            <a:ext cx="4944300" cy="1659900"/>
          </a:xfrm>
          <a:prstGeom prst="rect">
            <a:avLst/>
          </a:prstGeom>
        </p:spPr>
        <p:txBody>
          <a:bodyPr lIns="91425" tIns="91425" rIns="91425" bIns="91425" anchor="t" anchorCtr="0"/>
          <a:lstStyle>
            <a:lvl1pPr lvl="0">
              <a:spcBef>
                <a:spcPts val="0"/>
              </a:spcBef>
              <a:buFont typeface="Muli"/>
              <a:defRPr>
                <a:latin typeface="Muli"/>
                <a:ea typeface="Muli"/>
                <a:cs typeface="Muli"/>
                <a:sym typeface="Muli"/>
              </a:defRPr>
            </a:lvl1pPr>
            <a:lvl2pPr lvl="1">
              <a:spcBef>
                <a:spcPts val="0"/>
              </a:spcBef>
              <a:buFont typeface="Muli"/>
              <a:defRPr>
                <a:latin typeface="Muli"/>
                <a:ea typeface="Muli"/>
                <a:cs typeface="Muli"/>
                <a:sym typeface="Muli"/>
              </a:defRPr>
            </a:lvl2pPr>
            <a:lvl3pPr lvl="2">
              <a:spcBef>
                <a:spcPts val="0"/>
              </a:spcBef>
              <a:buFont typeface="Muli"/>
              <a:defRPr>
                <a:latin typeface="Muli"/>
                <a:ea typeface="Muli"/>
                <a:cs typeface="Muli"/>
                <a:sym typeface="Muli"/>
              </a:defRPr>
            </a:lvl3pPr>
            <a:lvl4pPr lvl="3">
              <a:spcBef>
                <a:spcPts val="0"/>
              </a:spcBef>
              <a:buFont typeface="Muli"/>
              <a:defRPr>
                <a:latin typeface="Muli"/>
                <a:ea typeface="Muli"/>
                <a:cs typeface="Muli"/>
                <a:sym typeface="Muli"/>
              </a:defRPr>
            </a:lvl4pPr>
            <a:lvl5pPr lvl="4">
              <a:spcBef>
                <a:spcPts val="0"/>
              </a:spcBef>
              <a:buFont typeface="Muli"/>
              <a:defRPr>
                <a:latin typeface="Muli"/>
                <a:ea typeface="Muli"/>
                <a:cs typeface="Muli"/>
                <a:sym typeface="Muli"/>
              </a:defRPr>
            </a:lvl5pPr>
            <a:lvl6pPr lvl="5">
              <a:spcBef>
                <a:spcPts val="0"/>
              </a:spcBef>
              <a:buFont typeface="Muli"/>
              <a:defRPr>
                <a:latin typeface="Muli"/>
                <a:ea typeface="Muli"/>
                <a:cs typeface="Muli"/>
                <a:sym typeface="Muli"/>
              </a:defRPr>
            </a:lvl6pPr>
            <a:lvl7pPr lvl="6">
              <a:spcBef>
                <a:spcPts val="0"/>
              </a:spcBef>
              <a:buFont typeface="Muli"/>
              <a:defRPr>
                <a:latin typeface="Muli"/>
                <a:ea typeface="Muli"/>
                <a:cs typeface="Muli"/>
                <a:sym typeface="Muli"/>
              </a:defRPr>
            </a:lvl7pPr>
            <a:lvl8pPr lvl="7">
              <a:spcBef>
                <a:spcPts val="0"/>
              </a:spcBef>
              <a:buFont typeface="Muli"/>
              <a:defRPr>
                <a:latin typeface="Muli"/>
                <a:ea typeface="Muli"/>
                <a:cs typeface="Muli"/>
                <a:sym typeface="Muli"/>
              </a:defRPr>
            </a:lvl8pPr>
            <a:lvl9pPr lvl="8">
              <a:spcBef>
                <a:spcPts val="0"/>
              </a:spcBef>
              <a:buFont typeface="Muli"/>
              <a:defRPr>
                <a:latin typeface="Muli"/>
                <a:ea typeface="Muli"/>
                <a:cs typeface="Muli"/>
                <a:sym typeface="Muli"/>
              </a:defRPr>
            </a:lvl9pPr>
          </a:lstStyle>
          <a:p>
            <a:endParaRPr/>
          </a:p>
        </p:txBody>
      </p:sp>
      <p:grpSp>
        <p:nvGrpSpPr>
          <p:cNvPr id="517" name="Shape 517"/>
          <p:cNvGrpSpPr/>
          <p:nvPr/>
        </p:nvGrpSpPr>
        <p:grpSpPr>
          <a:xfrm rot="10800000" flipH="1">
            <a:off x="411206" y="245768"/>
            <a:ext cx="1322798" cy="1145959"/>
            <a:chOff x="4088875" y="1431100"/>
            <a:chExt cx="3293000" cy="2852775"/>
          </a:xfrm>
        </p:grpSpPr>
        <p:sp>
          <p:nvSpPr>
            <p:cNvPr id="518" name="Shape 518"/>
            <p:cNvSpPr/>
            <p:nvPr/>
          </p:nvSpPr>
          <p:spPr>
            <a:xfrm>
              <a:off x="4831475" y="4136025"/>
              <a:ext cx="157950" cy="147850"/>
            </a:xfrm>
            <a:custGeom>
              <a:avLst/>
              <a:gdLst/>
              <a:ahLst/>
              <a:cxnLst/>
              <a:rect l="0" t="0" r="0" b="0"/>
              <a:pathLst>
                <a:path w="6318" h="5914" extrusionOk="0">
                  <a:moveTo>
                    <a:pt x="404" y="0"/>
                  </a:moveTo>
                  <a:lnTo>
                    <a:pt x="1" y="269"/>
                  </a:lnTo>
                  <a:lnTo>
                    <a:pt x="3227" y="5914"/>
                  </a:lnTo>
                  <a:lnTo>
                    <a:pt x="6318" y="5914"/>
                  </a:lnTo>
                  <a:lnTo>
                    <a:pt x="404"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519" name="Shape 519"/>
            <p:cNvSpPr/>
            <p:nvPr/>
          </p:nvSpPr>
          <p:spPr>
            <a:xfrm>
              <a:off x="4697075" y="3907525"/>
              <a:ext cx="389800" cy="376350"/>
            </a:xfrm>
            <a:custGeom>
              <a:avLst/>
              <a:gdLst/>
              <a:ahLst/>
              <a:cxnLst/>
              <a:rect l="0" t="0" r="0" b="0"/>
              <a:pathLst>
                <a:path w="15592" h="15054" extrusionOk="0">
                  <a:moveTo>
                    <a:pt x="538" y="0"/>
                  </a:moveTo>
                  <a:lnTo>
                    <a:pt x="1" y="269"/>
                  </a:lnTo>
                  <a:lnTo>
                    <a:pt x="5377" y="9543"/>
                  </a:lnTo>
                  <a:lnTo>
                    <a:pt x="11022" y="15054"/>
                  </a:lnTo>
                  <a:lnTo>
                    <a:pt x="15592" y="15054"/>
                  </a:lnTo>
                  <a:lnTo>
                    <a:pt x="538"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520" name="Shape 520"/>
            <p:cNvSpPr/>
            <p:nvPr/>
          </p:nvSpPr>
          <p:spPr>
            <a:xfrm>
              <a:off x="4566025" y="3675675"/>
              <a:ext cx="618300" cy="608200"/>
            </a:xfrm>
            <a:custGeom>
              <a:avLst/>
              <a:gdLst/>
              <a:ahLst/>
              <a:cxnLst/>
              <a:rect l="0" t="0" r="0" b="0"/>
              <a:pathLst>
                <a:path w="24732" h="24328" extrusionOk="0">
                  <a:moveTo>
                    <a:pt x="404" y="0"/>
                  </a:moveTo>
                  <a:lnTo>
                    <a:pt x="1" y="404"/>
                  </a:lnTo>
                  <a:lnTo>
                    <a:pt x="5377" y="9543"/>
                  </a:lnTo>
                  <a:lnTo>
                    <a:pt x="20027"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521" name="Shape 521"/>
            <p:cNvSpPr/>
            <p:nvPr/>
          </p:nvSpPr>
          <p:spPr>
            <a:xfrm>
              <a:off x="4434975" y="3447175"/>
              <a:ext cx="846800" cy="836700"/>
            </a:xfrm>
            <a:custGeom>
              <a:avLst/>
              <a:gdLst/>
              <a:ahLst/>
              <a:cxnLst/>
              <a:rect l="0" t="0" r="0" b="0"/>
              <a:pathLst>
                <a:path w="33872" h="33468" extrusionOk="0">
                  <a:moveTo>
                    <a:pt x="404" y="1"/>
                  </a:moveTo>
                  <a:lnTo>
                    <a:pt x="1" y="270"/>
                  </a:lnTo>
                  <a:lnTo>
                    <a:pt x="5243" y="9544"/>
                  </a:lnTo>
                  <a:lnTo>
                    <a:pt x="29167" y="33468"/>
                  </a:lnTo>
                  <a:lnTo>
                    <a:pt x="33871"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522" name="Shape 522"/>
            <p:cNvSpPr/>
            <p:nvPr/>
          </p:nvSpPr>
          <p:spPr>
            <a:xfrm>
              <a:off x="4300575" y="3218700"/>
              <a:ext cx="1078650" cy="1065175"/>
            </a:xfrm>
            <a:custGeom>
              <a:avLst/>
              <a:gdLst/>
              <a:ahLst/>
              <a:cxnLst/>
              <a:rect l="0" t="0" r="0" b="0"/>
              <a:pathLst>
                <a:path w="43146" h="42607" extrusionOk="0">
                  <a:moveTo>
                    <a:pt x="404" y="0"/>
                  </a:moveTo>
                  <a:lnTo>
                    <a:pt x="0"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523" name="Shape 523"/>
            <p:cNvSpPr/>
            <p:nvPr/>
          </p:nvSpPr>
          <p:spPr>
            <a:xfrm>
              <a:off x="4169525" y="2990200"/>
              <a:ext cx="1307150" cy="1293675"/>
            </a:xfrm>
            <a:custGeom>
              <a:avLst/>
              <a:gdLst/>
              <a:ahLst/>
              <a:cxnLst/>
              <a:rect l="0" t="0" r="0" b="0"/>
              <a:pathLst>
                <a:path w="52286" h="51747" extrusionOk="0">
                  <a:moveTo>
                    <a:pt x="404" y="1"/>
                  </a:moveTo>
                  <a:lnTo>
                    <a:pt x="1" y="269"/>
                  </a:lnTo>
                  <a:lnTo>
                    <a:pt x="5242" y="9409"/>
                  </a:lnTo>
                  <a:lnTo>
                    <a:pt x="47581" y="51747"/>
                  </a:lnTo>
                  <a:lnTo>
                    <a:pt x="52285" y="51747"/>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524" name="Shape 524"/>
            <p:cNvSpPr/>
            <p:nvPr/>
          </p:nvSpPr>
          <p:spPr>
            <a:xfrm>
              <a:off x="4088875" y="2822200"/>
              <a:ext cx="1481875" cy="1461675"/>
            </a:xfrm>
            <a:custGeom>
              <a:avLst/>
              <a:gdLst/>
              <a:ahLst/>
              <a:cxnLst/>
              <a:rect l="0" t="0" r="0" b="0"/>
              <a:pathLst>
                <a:path w="59275" h="58467" extrusionOk="0">
                  <a:moveTo>
                    <a:pt x="807" y="0"/>
                  </a:moveTo>
                  <a:lnTo>
                    <a:pt x="1" y="1479"/>
                  </a:lnTo>
                  <a:lnTo>
                    <a:pt x="3227" y="6989"/>
                  </a:lnTo>
                  <a:lnTo>
                    <a:pt x="54705" y="58467"/>
                  </a:lnTo>
                  <a:lnTo>
                    <a:pt x="59274" y="58467"/>
                  </a:lnTo>
                  <a:lnTo>
                    <a:pt x="807"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525" name="Shape 525"/>
            <p:cNvSpPr/>
            <p:nvPr/>
          </p:nvSpPr>
          <p:spPr>
            <a:xfrm>
              <a:off x="4102325" y="2761700"/>
              <a:ext cx="1565875" cy="1522175"/>
            </a:xfrm>
            <a:custGeom>
              <a:avLst/>
              <a:gdLst/>
              <a:ahLst/>
              <a:cxnLst/>
              <a:rect l="0" t="0" r="0" b="0"/>
              <a:pathLst>
                <a:path w="62635" h="60887" extrusionOk="0">
                  <a:moveTo>
                    <a:pt x="1748" y="1"/>
                  </a:moveTo>
                  <a:lnTo>
                    <a:pt x="0" y="2823"/>
                  </a:lnTo>
                  <a:lnTo>
                    <a:pt x="58064" y="60887"/>
                  </a:lnTo>
                  <a:lnTo>
                    <a:pt x="62634" y="60887"/>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526" name="Shape 526"/>
            <p:cNvSpPr/>
            <p:nvPr/>
          </p:nvSpPr>
          <p:spPr>
            <a:xfrm>
              <a:off x="4139275" y="2697875"/>
              <a:ext cx="1626375" cy="1586000"/>
            </a:xfrm>
            <a:custGeom>
              <a:avLst/>
              <a:gdLst/>
              <a:ahLst/>
              <a:cxnLst/>
              <a:rect l="0" t="0" r="0" b="0"/>
              <a:pathLst>
                <a:path w="65055" h="63440" extrusionOk="0">
                  <a:moveTo>
                    <a:pt x="1614" y="0"/>
                  </a:moveTo>
                  <a:lnTo>
                    <a:pt x="1" y="2957"/>
                  </a:lnTo>
                  <a:lnTo>
                    <a:pt x="60484" y="63440"/>
                  </a:lnTo>
                  <a:lnTo>
                    <a:pt x="65054" y="63440"/>
                  </a:lnTo>
                  <a:lnTo>
                    <a:pt x="1614"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527" name="Shape 527"/>
            <p:cNvSpPr/>
            <p:nvPr/>
          </p:nvSpPr>
          <p:spPr>
            <a:xfrm>
              <a:off x="4172900" y="2637375"/>
              <a:ext cx="1690175" cy="1646500"/>
            </a:xfrm>
            <a:custGeom>
              <a:avLst/>
              <a:gdLst/>
              <a:ahLst/>
              <a:cxnLst/>
              <a:rect l="0" t="0" r="0" b="0"/>
              <a:pathLst>
                <a:path w="67607" h="65860" extrusionOk="0">
                  <a:moveTo>
                    <a:pt x="1747" y="1"/>
                  </a:moveTo>
                  <a:lnTo>
                    <a:pt x="0" y="2958"/>
                  </a:lnTo>
                  <a:lnTo>
                    <a:pt x="62903" y="65860"/>
                  </a:lnTo>
                  <a:lnTo>
                    <a:pt x="67607" y="65860"/>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528" name="Shape 528"/>
            <p:cNvSpPr/>
            <p:nvPr/>
          </p:nvSpPr>
          <p:spPr>
            <a:xfrm>
              <a:off x="4209850" y="2576900"/>
              <a:ext cx="1750675" cy="1706975"/>
            </a:xfrm>
            <a:custGeom>
              <a:avLst/>
              <a:gdLst/>
              <a:ahLst/>
              <a:cxnLst/>
              <a:rect l="0" t="0" r="0" b="0"/>
              <a:pathLst>
                <a:path w="70027" h="68279" extrusionOk="0">
                  <a:moveTo>
                    <a:pt x="1613" y="1"/>
                  </a:moveTo>
                  <a:lnTo>
                    <a:pt x="0" y="2823"/>
                  </a:lnTo>
                  <a:lnTo>
                    <a:pt x="65322" y="68279"/>
                  </a:lnTo>
                  <a:lnTo>
                    <a:pt x="70027" y="68279"/>
                  </a:lnTo>
                  <a:lnTo>
                    <a:pt x="1613"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529" name="Shape 529"/>
            <p:cNvSpPr/>
            <p:nvPr/>
          </p:nvSpPr>
          <p:spPr>
            <a:xfrm>
              <a:off x="4243450" y="2513050"/>
              <a:ext cx="1814525" cy="1770825"/>
            </a:xfrm>
            <a:custGeom>
              <a:avLst/>
              <a:gdLst/>
              <a:ahLst/>
              <a:cxnLst/>
              <a:rect l="0" t="0" r="0" b="0"/>
              <a:pathLst>
                <a:path w="72581" h="70833" extrusionOk="0">
                  <a:moveTo>
                    <a:pt x="1748" y="1"/>
                  </a:moveTo>
                  <a:lnTo>
                    <a:pt x="1" y="2958"/>
                  </a:lnTo>
                  <a:lnTo>
                    <a:pt x="67876" y="70833"/>
                  </a:lnTo>
                  <a:lnTo>
                    <a:pt x="72581" y="70833"/>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530" name="Shape 530"/>
            <p:cNvSpPr/>
            <p:nvPr/>
          </p:nvSpPr>
          <p:spPr>
            <a:xfrm>
              <a:off x="4280425" y="2452575"/>
              <a:ext cx="1875000" cy="1831300"/>
            </a:xfrm>
            <a:custGeom>
              <a:avLst/>
              <a:gdLst/>
              <a:ahLst/>
              <a:cxnLst/>
              <a:rect l="0" t="0" r="0" b="0"/>
              <a:pathLst>
                <a:path w="75000" h="73252" extrusionOk="0">
                  <a:moveTo>
                    <a:pt x="1613" y="1"/>
                  </a:moveTo>
                  <a:lnTo>
                    <a:pt x="0" y="2957"/>
                  </a:lnTo>
                  <a:lnTo>
                    <a:pt x="70295" y="73252"/>
                  </a:lnTo>
                  <a:lnTo>
                    <a:pt x="74999" y="73252"/>
                  </a:lnTo>
                  <a:lnTo>
                    <a:pt x="1613"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531" name="Shape 531"/>
            <p:cNvSpPr/>
            <p:nvPr/>
          </p:nvSpPr>
          <p:spPr>
            <a:xfrm>
              <a:off x="4314025" y="2392100"/>
              <a:ext cx="1935475" cy="1891775"/>
            </a:xfrm>
            <a:custGeom>
              <a:avLst/>
              <a:gdLst/>
              <a:ahLst/>
              <a:cxnLst/>
              <a:rect l="0" t="0" r="0" b="0"/>
              <a:pathLst>
                <a:path w="77419" h="75671" extrusionOk="0">
                  <a:moveTo>
                    <a:pt x="1747" y="0"/>
                  </a:moveTo>
                  <a:lnTo>
                    <a:pt x="0" y="2957"/>
                  </a:lnTo>
                  <a:lnTo>
                    <a:pt x="72849" y="75671"/>
                  </a:lnTo>
                  <a:lnTo>
                    <a:pt x="77419" y="75671"/>
                  </a:lnTo>
                  <a:lnTo>
                    <a:pt x="1747"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532" name="Shape 532"/>
            <p:cNvSpPr/>
            <p:nvPr/>
          </p:nvSpPr>
          <p:spPr>
            <a:xfrm>
              <a:off x="4350975" y="2328250"/>
              <a:ext cx="1995975" cy="1955625"/>
            </a:xfrm>
            <a:custGeom>
              <a:avLst/>
              <a:gdLst/>
              <a:ahLst/>
              <a:cxnLst/>
              <a:rect l="0" t="0" r="0" b="0"/>
              <a:pathLst>
                <a:path w="79839" h="78225" extrusionOk="0">
                  <a:moveTo>
                    <a:pt x="1748" y="1"/>
                  </a:moveTo>
                  <a:lnTo>
                    <a:pt x="1" y="2957"/>
                  </a:lnTo>
                  <a:lnTo>
                    <a:pt x="75269" y="78225"/>
                  </a:lnTo>
                  <a:lnTo>
                    <a:pt x="79839" y="78225"/>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533" name="Shape 533"/>
            <p:cNvSpPr/>
            <p:nvPr/>
          </p:nvSpPr>
          <p:spPr>
            <a:xfrm>
              <a:off x="4384575" y="2267775"/>
              <a:ext cx="2059825" cy="2016100"/>
            </a:xfrm>
            <a:custGeom>
              <a:avLst/>
              <a:gdLst/>
              <a:ahLst/>
              <a:cxnLst/>
              <a:rect l="0" t="0" r="0" b="0"/>
              <a:pathLst>
                <a:path w="82393" h="80644" extrusionOk="0">
                  <a:moveTo>
                    <a:pt x="1748" y="0"/>
                  </a:moveTo>
                  <a:lnTo>
                    <a:pt x="1" y="2957"/>
                  </a:lnTo>
                  <a:lnTo>
                    <a:pt x="77823" y="80644"/>
                  </a:lnTo>
                  <a:lnTo>
                    <a:pt x="82392" y="80644"/>
                  </a:lnTo>
                  <a:lnTo>
                    <a:pt x="1748"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534" name="Shape 534"/>
            <p:cNvSpPr/>
            <p:nvPr/>
          </p:nvSpPr>
          <p:spPr>
            <a:xfrm>
              <a:off x="4421550" y="2207275"/>
              <a:ext cx="2120300" cy="2076600"/>
            </a:xfrm>
            <a:custGeom>
              <a:avLst/>
              <a:gdLst/>
              <a:ahLst/>
              <a:cxnLst/>
              <a:rect l="0" t="0" r="0" b="0"/>
              <a:pathLst>
                <a:path w="84812" h="83064" extrusionOk="0">
                  <a:moveTo>
                    <a:pt x="1747" y="1"/>
                  </a:moveTo>
                  <a:lnTo>
                    <a:pt x="0" y="2958"/>
                  </a:lnTo>
                  <a:lnTo>
                    <a:pt x="80107" y="83064"/>
                  </a:lnTo>
                  <a:lnTo>
                    <a:pt x="84811" y="83064"/>
                  </a:lnTo>
                  <a:lnTo>
                    <a:pt x="1747"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535" name="Shape 535"/>
            <p:cNvSpPr/>
            <p:nvPr/>
          </p:nvSpPr>
          <p:spPr>
            <a:xfrm>
              <a:off x="4458500" y="2146800"/>
              <a:ext cx="2130375" cy="2137075"/>
            </a:xfrm>
            <a:custGeom>
              <a:avLst/>
              <a:gdLst/>
              <a:ahLst/>
              <a:cxnLst/>
              <a:rect l="0" t="0" r="0" b="0"/>
              <a:pathLst>
                <a:path w="85215" h="85483" extrusionOk="0">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536" name="Shape 536"/>
            <p:cNvSpPr/>
            <p:nvPr/>
          </p:nvSpPr>
          <p:spPr>
            <a:xfrm>
              <a:off x="4492100" y="2082950"/>
              <a:ext cx="2133750" cy="2163975"/>
            </a:xfrm>
            <a:custGeom>
              <a:avLst/>
              <a:gdLst/>
              <a:ahLst/>
              <a:cxnLst/>
              <a:rect l="0" t="0" r="0" b="0"/>
              <a:pathLst>
                <a:path w="85350" h="86559" extrusionOk="0">
                  <a:moveTo>
                    <a:pt x="1748" y="1"/>
                  </a:moveTo>
                  <a:lnTo>
                    <a:pt x="1" y="2958"/>
                  </a:lnTo>
                  <a:lnTo>
                    <a:pt x="83602" y="86559"/>
                  </a:lnTo>
                  <a:lnTo>
                    <a:pt x="85349" y="83602"/>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537" name="Shape 537"/>
            <p:cNvSpPr/>
            <p:nvPr/>
          </p:nvSpPr>
          <p:spPr>
            <a:xfrm>
              <a:off x="4529075" y="2022475"/>
              <a:ext cx="2130375" cy="2163975"/>
            </a:xfrm>
            <a:custGeom>
              <a:avLst/>
              <a:gdLst/>
              <a:ahLst/>
              <a:cxnLst/>
              <a:rect l="0" t="0" r="0" b="0"/>
              <a:pathLst>
                <a:path w="85215" h="86559" extrusionOk="0">
                  <a:moveTo>
                    <a:pt x="1613" y="1"/>
                  </a:moveTo>
                  <a:lnTo>
                    <a:pt x="0" y="2957"/>
                  </a:lnTo>
                  <a:lnTo>
                    <a:pt x="83467" y="86558"/>
                  </a:lnTo>
                  <a:lnTo>
                    <a:pt x="85214" y="83601"/>
                  </a:lnTo>
                  <a:lnTo>
                    <a:pt x="1613"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538" name="Shape 538"/>
            <p:cNvSpPr/>
            <p:nvPr/>
          </p:nvSpPr>
          <p:spPr>
            <a:xfrm>
              <a:off x="4562675" y="1962000"/>
              <a:ext cx="2133725" cy="2160600"/>
            </a:xfrm>
            <a:custGeom>
              <a:avLst/>
              <a:gdLst/>
              <a:ahLst/>
              <a:cxnLst/>
              <a:rect l="0" t="0" r="0" b="0"/>
              <a:pathLst>
                <a:path w="85349" h="86424" extrusionOk="0">
                  <a:moveTo>
                    <a:pt x="1748" y="0"/>
                  </a:moveTo>
                  <a:lnTo>
                    <a:pt x="0" y="2957"/>
                  </a:lnTo>
                  <a:lnTo>
                    <a:pt x="83602" y="86424"/>
                  </a:lnTo>
                  <a:lnTo>
                    <a:pt x="85349" y="83467"/>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539" name="Shape 539"/>
            <p:cNvSpPr/>
            <p:nvPr/>
          </p:nvSpPr>
          <p:spPr>
            <a:xfrm>
              <a:off x="4599625" y="1898150"/>
              <a:ext cx="2130375" cy="2163975"/>
            </a:xfrm>
            <a:custGeom>
              <a:avLst/>
              <a:gdLst/>
              <a:ahLst/>
              <a:cxnLst/>
              <a:rect l="0" t="0" r="0" b="0"/>
              <a:pathLst>
                <a:path w="85215" h="86559" extrusionOk="0">
                  <a:moveTo>
                    <a:pt x="1614" y="0"/>
                  </a:moveTo>
                  <a:lnTo>
                    <a:pt x="1" y="2957"/>
                  </a:lnTo>
                  <a:lnTo>
                    <a:pt x="83602" y="86558"/>
                  </a:lnTo>
                  <a:lnTo>
                    <a:pt x="85215" y="83601"/>
                  </a:lnTo>
                  <a:lnTo>
                    <a:pt x="1614"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540" name="Shape 540"/>
            <p:cNvSpPr/>
            <p:nvPr/>
          </p:nvSpPr>
          <p:spPr>
            <a:xfrm>
              <a:off x="4633225" y="1837675"/>
              <a:ext cx="2133750" cy="2163950"/>
            </a:xfrm>
            <a:custGeom>
              <a:avLst/>
              <a:gdLst/>
              <a:ahLst/>
              <a:cxnLst/>
              <a:rect l="0" t="0" r="0" b="0"/>
              <a:pathLst>
                <a:path w="85350" h="86558" extrusionOk="0">
                  <a:moveTo>
                    <a:pt x="1748" y="0"/>
                  </a:moveTo>
                  <a:lnTo>
                    <a:pt x="1" y="2957"/>
                  </a:lnTo>
                  <a:lnTo>
                    <a:pt x="83602" y="86558"/>
                  </a:lnTo>
                  <a:lnTo>
                    <a:pt x="85349" y="83601"/>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541" name="Shape 541"/>
            <p:cNvSpPr/>
            <p:nvPr/>
          </p:nvSpPr>
          <p:spPr>
            <a:xfrm>
              <a:off x="4670200" y="1777175"/>
              <a:ext cx="2130375" cy="2160625"/>
            </a:xfrm>
            <a:custGeom>
              <a:avLst/>
              <a:gdLst/>
              <a:ahLst/>
              <a:cxnLst/>
              <a:rect l="0" t="0" r="0" b="0"/>
              <a:pathLst>
                <a:path w="85215" h="86425" extrusionOk="0">
                  <a:moveTo>
                    <a:pt x="1748" y="1"/>
                  </a:moveTo>
                  <a:lnTo>
                    <a:pt x="0" y="2958"/>
                  </a:lnTo>
                  <a:lnTo>
                    <a:pt x="83602" y="86424"/>
                  </a:lnTo>
                  <a:lnTo>
                    <a:pt x="85215" y="83467"/>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542" name="Shape 542"/>
            <p:cNvSpPr/>
            <p:nvPr/>
          </p:nvSpPr>
          <p:spPr>
            <a:xfrm>
              <a:off x="4707150" y="1713350"/>
              <a:ext cx="2130375" cy="2163950"/>
            </a:xfrm>
            <a:custGeom>
              <a:avLst/>
              <a:gdLst/>
              <a:ahLst/>
              <a:cxnLst/>
              <a:rect l="0" t="0" r="0" b="0"/>
              <a:pathLst>
                <a:path w="85215" h="86558" extrusionOk="0">
                  <a:moveTo>
                    <a:pt x="1614" y="0"/>
                  </a:moveTo>
                  <a:lnTo>
                    <a:pt x="1" y="2957"/>
                  </a:lnTo>
                  <a:lnTo>
                    <a:pt x="83468" y="86558"/>
                  </a:lnTo>
                  <a:lnTo>
                    <a:pt x="85215" y="83601"/>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543" name="Shape 543"/>
            <p:cNvSpPr/>
            <p:nvPr/>
          </p:nvSpPr>
          <p:spPr>
            <a:xfrm>
              <a:off x="4740750" y="1652850"/>
              <a:ext cx="2130400" cy="2163975"/>
            </a:xfrm>
            <a:custGeom>
              <a:avLst/>
              <a:gdLst/>
              <a:ahLst/>
              <a:cxnLst/>
              <a:rect l="0" t="0" r="0" b="0"/>
              <a:pathLst>
                <a:path w="85216" h="86559" extrusionOk="0">
                  <a:moveTo>
                    <a:pt x="1748" y="1"/>
                  </a:moveTo>
                  <a:lnTo>
                    <a:pt x="1" y="2958"/>
                  </a:lnTo>
                  <a:lnTo>
                    <a:pt x="83602" y="86559"/>
                  </a:lnTo>
                  <a:lnTo>
                    <a:pt x="85215" y="83602"/>
                  </a:lnTo>
                  <a:lnTo>
                    <a:pt x="1748"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544" name="Shape 544"/>
            <p:cNvSpPr/>
            <p:nvPr/>
          </p:nvSpPr>
          <p:spPr>
            <a:xfrm>
              <a:off x="4777725" y="1592375"/>
              <a:ext cx="2130375" cy="2160600"/>
            </a:xfrm>
            <a:custGeom>
              <a:avLst/>
              <a:gdLst/>
              <a:ahLst/>
              <a:cxnLst/>
              <a:rect l="0" t="0" r="0" b="0"/>
              <a:pathLst>
                <a:path w="85215" h="86424" extrusionOk="0">
                  <a:moveTo>
                    <a:pt x="1613" y="1"/>
                  </a:moveTo>
                  <a:lnTo>
                    <a:pt x="0" y="2957"/>
                  </a:lnTo>
                  <a:lnTo>
                    <a:pt x="83467" y="86424"/>
                  </a:lnTo>
                  <a:lnTo>
                    <a:pt x="85215" y="83601"/>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545" name="Shape 545"/>
            <p:cNvSpPr/>
            <p:nvPr/>
          </p:nvSpPr>
          <p:spPr>
            <a:xfrm>
              <a:off x="4811325" y="1531900"/>
              <a:ext cx="2133750" cy="2160600"/>
            </a:xfrm>
            <a:custGeom>
              <a:avLst/>
              <a:gdLst/>
              <a:ahLst/>
              <a:cxnLst/>
              <a:rect l="0" t="0" r="0" b="0"/>
              <a:pathLst>
                <a:path w="85350" h="86424" extrusionOk="0">
                  <a:moveTo>
                    <a:pt x="1748" y="0"/>
                  </a:moveTo>
                  <a:lnTo>
                    <a:pt x="0" y="2823"/>
                  </a:lnTo>
                  <a:lnTo>
                    <a:pt x="83602" y="86423"/>
                  </a:lnTo>
                  <a:lnTo>
                    <a:pt x="85349" y="83467"/>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546" name="Shape 546"/>
            <p:cNvSpPr/>
            <p:nvPr/>
          </p:nvSpPr>
          <p:spPr>
            <a:xfrm>
              <a:off x="4848275" y="1468050"/>
              <a:ext cx="2130400" cy="2163975"/>
            </a:xfrm>
            <a:custGeom>
              <a:avLst/>
              <a:gdLst/>
              <a:ahLst/>
              <a:cxnLst/>
              <a:rect l="0" t="0" r="0" b="0"/>
              <a:pathLst>
                <a:path w="85216" h="86559" extrusionOk="0">
                  <a:moveTo>
                    <a:pt x="1614" y="0"/>
                  </a:moveTo>
                  <a:lnTo>
                    <a:pt x="1" y="2957"/>
                  </a:lnTo>
                  <a:lnTo>
                    <a:pt x="83602" y="86558"/>
                  </a:lnTo>
                  <a:lnTo>
                    <a:pt x="85215" y="83601"/>
                  </a:lnTo>
                  <a:lnTo>
                    <a:pt x="1614"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547" name="Shape 547"/>
            <p:cNvSpPr/>
            <p:nvPr/>
          </p:nvSpPr>
          <p:spPr>
            <a:xfrm>
              <a:off x="4881875" y="1431100"/>
              <a:ext cx="2133750" cy="2140425"/>
            </a:xfrm>
            <a:custGeom>
              <a:avLst/>
              <a:gdLst/>
              <a:ahLst/>
              <a:cxnLst/>
              <a:rect l="0" t="0" r="0" b="0"/>
              <a:pathLst>
                <a:path w="85350" h="85617" extrusionOk="0">
                  <a:moveTo>
                    <a:pt x="1211" y="0"/>
                  </a:moveTo>
                  <a:lnTo>
                    <a:pt x="1" y="2016"/>
                  </a:lnTo>
                  <a:lnTo>
                    <a:pt x="83602" y="85617"/>
                  </a:lnTo>
                  <a:lnTo>
                    <a:pt x="85350" y="82660"/>
                  </a:lnTo>
                  <a:lnTo>
                    <a:pt x="2689"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548" name="Shape 548"/>
            <p:cNvSpPr/>
            <p:nvPr/>
          </p:nvSpPr>
          <p:spPr>
            <a:xfrm>
              <a:off x="4928925" y="1431100"/>
              <a:ext cx="2120300" cy="2076600"/>
            </a:xfrm>
            <a:custGeom>
              <a:avLst/>
              <a:gdLst/>
              <a:ahLst/>
              <a:cxnLst/>
              <a:rect l="0" t="0" r="0" b="0"/>
              <a:pathLst>
                <a:path w="84812" h="83064" extrusionOk="0">
                  <a:moveTo>
                    <a:pt x="1" y="0"/>
                  </a:moveTo>
                  <a:lnTo>
                    <a:pt x="83199" y="83063"/>
                  </a:lnTo>
                  <a:lnTo>
                    <a:pt x="84812" y="80106"/>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549" name="Shape 549"/>
            <p:cNvSpPr/>
            <p:nvPr/>
          </p:nvSpPr>
          <p:spPr>
            <a:xfrm>
              <a:off x="5026375" y="1431100"/>
              <a:ext cx="2059825" cy="2016100"/>
            </a:xfrm>
            <a:custGeom>
              <a:avLst/>
              <a:gdLst/>
              <a:ahLst/>
              <a:cxnLst/>
              <a:rect l="0" t="0" r="0" b="0"/>
              <a:pathLst>
                <a:path w="82393" h="80644" extrusionOk="0">
                  <a:moveTo>
                    <a:pt x="0" y="0"/>
                  </a:moveTo>
                  <a:lnTo>
                    <a:pt x="80645" y="80644"/>
                  </a:lnTo>
                  <a:lnTo>
                    <a:pt x="82392" y="77687"/>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550" name="Shape 550"/>
            <p:cNvSpPr/>
            <p:nvPr/>
          </p:nvSpPr>
          <p:spPr>
            <a:xfrm>
              <a:off x="5123825" y="1431100"/>
              <a:ext cx="1995975" cy="1955625"/>
            </a:xfrm>
            <a:custGeom>
              <a:avLst/>
              <a:gdLst/>
              <a:ahLst/>
              <a:cxnLst/>
              <a:rect l="0" t="0" r="0" b="0"/>
              <a:pathLst>
                <a:path w="79839" h="78225" extrusionOk="0">
                  <a:moveTo>
                    <a:pt x="0" y="0"/>
                  </a:moveTo>
                  <a:lnTo>
                    <a:pt x="78225" y="78225"/>
                  </a:lnTo>
                  <a:lnTo>
                    <a:pt x="79838" y="75268"/>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551" name="Shape 551"/>
            <p:cNvSpPr/>
            <p:nvPr/>
          </p:nvSpPr>
          <p:spPr>
            <a:xfrm>
              <a:off x="5221275" y="1431100"/>
              <a:ext cx="1935475" cy="1891775"/>
            </a:xfrm>
            <a:custGeom>
              <a:avLst/>
              <a:gdLst/>
              <a:ahLst/>
              <a:cxnLst/>
              <a:rect l="0" t="0" r="0" b="0"/>
              <a:pathLst>
                <a:path w="77419" h="75671" extrusionOk="0">
                  <a:moveTo>
                    <a:pt x="0" y="0"/>
                  </a:moveTo>
                  <a:lnTo>
                    <a:pt x="75671" y="75671"/>
                  </a:lnTo>
                  <a:lnTo>
                    <a:pt x="77419" y="72714"/>
                  </a:lnTo>
                  <a:lnTo>
                    <a:pt x="4570"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552" name="Shape 552"/>
            <p:cNvSpPr/>
            <p:nvPr/>
          </p:nvSpPr>
          <p:spPr>
            <a:xfrm>
              <a:off x="5318700" y="1431100"/>
              <a:ext cx="1875025" cy="1831300"/>
            </a:xfrm>
            <a:custGeom>
              <a:avLst/>
              <a:gdLst/>
              <a:ahLst/>
              <a:cxnLst/>
              <a:rect l="0" t="0" r="0" b="0"/>
              <a:pathLst>
                <a:path w="75001" h="73252" extrusionOk="0">
                  <a:moveTo>
                    <a:pt x="1" y="0"/>
                  </a:moveTo>
                  <a:lnTo>
                    <a:pt x="73253" y="73251"/>
                  </a:lnTo>
                  <a:lnTo>
                    <a:pt x="75000" y="70295"/>
                  </a:lnTo>
                  <a:lnTo>
                    <a:pt x="4571"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553" name="Shape 553"/>
            <p:cNvSpPr/>
            <p:nvPr/>
          </p:nvSpPr>
          <p:spPr>
            <a:xfrm>
              <a:off x="5416150" y="1431100"/>
              <a:ext cx="1811175" cy="1770825"/>
            </a:xfrm>
            <a:custGeom>
              <a:avLst/>
              <a:gdLst/>
              <a:ahLst/>
              <a:cxnLst/>
              <a:rect l="0" t="0" r="0" b="0"/>
              <a:pathLst>
                <a:path w="72447" h="70833" extrusionOk="0">
                  <a:moveTo>
                    <a:pt x="1" y="0"/>
                  </a:moveTo>
                  <a:lnTo>
                    <a:pt x="70699" y="70832"/>
                  </a:lnTo>
                  <a:lnTo>
                    <a:pt x="72446" y="67875"/>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554" name="Shape 554"/>
            <p:cNvSpPr/>
            <p:nvPr/>
          </p:nvSpPr>
          <p:spPr>
            <a:xfrm>
              <a:off x="5510250" y="1431100"/>
              <a:ext cx="1754025" cy="1706975"/>
            </a:xfrm>
            <a:custGeom>
              <a:avLst/>
              <a:gdLst/>
              <a:ahLst/>
              <a:cxnLst/>
              <a:rect l="0" t="0" r="0" b="0"/>
              <a:pathLst>
                <a:path w="70161" h="68279" extrusionOk="0">
                  <a:moveTo>
                    <a:pt x="0" y="0"/>
                  </a:moveTo>
                  <a:lnTo>
                    <a:pt x="68413" y="68278"/>
                  </a:lnTo>
                  <a:lnTo>
                    <a:pt x="70161" y="65456"/>
                  </a:lnTo>
                  <a:lnTo>
                    <a:pt x="4704"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555" name="Shape 555"/>
            <p:cNvSpPr/>
            <p:nvPr/>
          </p:nvSpPr>
          <p:spPr>
            <a:xfrm>
              <a:off x="5607675" y="1431100"/>
              <a:ext cx="1690200" cy="1646500"/>
            </a:xfrm>
            <a:custGeom>
              <a:avLst/>
              <a:gdLst/>
              <a:ahLst/>
              <a:cxnLst/>
              <a:rect l="0" t="0" r="0" b="0"/>
              <a:pathLst>
                <a:path w="67608" h="65860" extrusionOk="0">
                  <a:moveTo>
                    <a:pt x="1" y="0"/>
                  </a:moveTo>
                  <a:lnTo>
                    <a:pt x="65995" y="65859"/>
                  </a:lnTo>
                  <a:lnTo>
                    <a:pt x="67608" y="62902"/>
                  </a:lnTo>
                  <a:lnTo>
                    <a:pt x="4705"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556" name="Shape 556"/>
            <p:cNvSpPr/>
            <p:nvPr/>
          </p:nvSpPr>
          <p:spPr>
            <a:xfrm>
              <a:off x="5705125" y="1431100"/>
              <a:ext cx="1629725" cy="1586000"/>
            </a:xfrm>
            <a:custGeom>
              <a:avLst/>
              <a:gdLst/>
              <a:ahLst/>
              <a:cxnLst/>
              <a:rect l="0" t="0" r="0" b="0"/>
              <a:pathLst>
                <a:path w="65189" h="63440" extrusionOk="0">
                  <a:moveTo>
                    <a:pt x="1" y="0"/>
                  </a:moveTo>
                  <a:lnTo>
                    <a:pt x="63441" y="63440"/>
                  </a:lnTo>
                  <a:lnTo>
                    <a:pt x="65188" y="60483"/>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557" name="Shape 557"/>
            <p:cNvSpPr/>
            <p:nvPr/>
          </p:nvSpPr>
          <p:spPr>
            <a:xfrm>
              <a:off x="5802575" y="1431100"/>
              <a:ext cx="1565875" cy="1525525"/>
            </a:xfrm>
            <a:custGeom>
              <a:avLst/>
              <a:gdLst/>
              <a:ahLst/>
              <a:cxnLst/>
              <a:rect l="0" t="0" r="0" b="0"/>
              <a:pathLst>
                <a:path w="62635" h="61021" extrusionOk="0">
                  <a:moveTo>
                    <a:pt x="1" y="0"/>
                  </a:moveTo>
                  <a:lnTo>
                    <a:pt x="61021" y="61020"/>
                  </a:lnTo>
                  <a:lnTo>
                    <a:pt x="62634" y="58064"/>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558" name="Shape 558"/>
            <p:cNvSpPr/>
            <p:nvPr/>
          </p:nvSpPr>
          <p:spPr>
            <a:xfrm>
              <a:off x="5900025" y="1431100"/>
              <a:ext cx="1481850" cy="1461675"/>
            </a:xfrm>
            <a:custGeom>
              <a:avLst/>
              <a:gdLst/>
              <a:ahLst/>
              <a:cxnLst/>
              <a:rect l="0" t="0" r="0" b="0"/>
              <a:pathLst>
                <a:path w="59274" h="58467" extrusionOk="0">
                  <a:moveTo>
                    <a:pt x="0" y="0"/>
                  </a:moveTo>
                  <a:lnTo>
                    <a:pt x="58468" y="58467"/>
                  </a:lnTo>
                  <a:lnTo>
                    <a:pt x="59274" y="57123"/>
                  </a:lnTo>
                  <a:lnTo>
                    <a:pt x="56048" y="51478"/>
                  </a:lnTo>
                  <a:lnTo>
                    <a:pt x="4570"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559" name="Shape 559"/>
            <p:cNvSpPr/>
            <p:nvPr/>
          </p:nvSpPr>
          <p:spPr>
            <a:xfrm>
              <a:off x="5997475" y="1431100"/>
              <a:ext cx="1307125" cy="1297025"/>
            </a:xfrm>
            <a:custGeom>
              <a:avLst/>
              <a:gdLst/>
              <a:ahLst/>
              <a:cxnLst/>
              <a:rect l="0" t="0" r="0" b="0"/>
              <a:pathLst>
                <a:path w="52285" h="51881" extrusionOk="0">
                  <a:moveTo>
                    <a:pt x="0" y="0"/>
                  </a:moveTo>
                  <a:lnTo>
                    <a:pt x="51747" y="51881"/>
                  </a:lnTo>
                  <a:lnTo>
                    <a:pt x="52285" y="51478"/>
                  </a:lnTo>
                  <a:lnTo>
                    <a:pt x="46908"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560" name="Shape 560"/>
            <p:cNvSpPr/>
            <p:nvPr/>
          </p:nvSpPr>
          <p:spPr>
            <a:xfrm>
              <a:off x="6094900" y="1431100"/>
              <a:ext cx="1075300" cy="1065175"/>
            </a:xfrm>
            <a:custGeom>
              <a:avLst/>
              <a:gdLst/>
              <a:ahLst/>
              <a:cxnLst/>
              <a:rect l="0" t="0" r="0" b="0"/>
              <a:pathLst>
                <a:path w="43012" h="42607" extrusionOk="0">
                  <a:moveTo>
                    <a:pt x="1" y="0"/>
                  </a:moveTo>
                  <a:lnTo>
                    <a:pt x="42608" y="42607"/>
                  </a:lnTo>
                  <a:lnTo>
                    <a:pt x="43011" y="42338"/>
                  </a:lnTo>
                  <a:lnTo>
                    <a:pt x="37769" y="33064"/>
                  </a:lnTo>
                  <a:lnTo>
                    <a:pt x="4571"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561" name="Shape 561"/>
            <p:cNvSpPr/>
            <p:nvPr/>
          </p:nvSpPr>
          <p:spPr>
            <a:xfrm>
              <a:off x="6189000" y="1431100"/>
              <a:ext cx="850150" cy="836700"/>
            </a:xfrm>
            <a:custGeom>
              <a:avLst/>
              <a:gdLst/>
              <a:ahLst/>
              <a:cxnLst/>
              <a:rect l="0" t="0" r="0" b="0"/>
              <a:pathLst>
                <a:path w="34006" h="33468" extrusionOk="0">
                  <a:moveTo>
                    <a:pt x="0" y="0"/>
                  </a:moveTo>
                  <a:lnTo>
                    <a:pt x="33602" y="33467"/>
                  </a:lnTo>
                  <a:lnTo>
                    <a:pt x="34005" y="33198"/>
                  </a:lnTo>
                  <a:lnTo>
                    <a:pt x="28629" y="23924"/>
                  </a:lnTo>
                  <a:lnTo>
                    <a:pt x="4705"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562" name="Shape 562"/>
            <p:cNvSpPr/>
            <p:nvPr/>
          </p:nvSpPr>
          <p:spPr>
            <a:xfrm>
              <a:off x="6286450" y="1431100"/>
              <a:ext cx="618300" cy="608200"/>
            </a:xfrm>
            <a:custGeom>
              <a:avLst/>
              <a:gdLst/>
              <a:ahLst/>
              <a:cxnLst/>
              <a:rect l="0" t="0" r="0" b="0"/>
              <a:pathLst>
                <a:path w="24732" h="24328" extrusionOk="0">
                  <a:moveTo>
                    <a:pt x="0" y="0"/>
                  </a:moveTo>
                  <a:lnTo>
                    <a:pt x="24328" y="24328"/>
                  </a:lnTo>
                  <a:lnTo>
                    <a:pt x="24731" y="23924"/>
                  </a:lnTo>
                  <a:lnTo>
                    <a:pt x="19489" y="14785"/>
                  </a:lnTo>
                  <a:lnTo>
                    <a:pt x="4704"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563" name="Shape 563"/>
            <p:cNvSpPr/>
            <p:nvPr/>
          </p:nvSpPr>
          <p:spPr>
            <a:xfrm>
              <a:off x="6383900" y="1431100"/>
              <a:ext cx="389800" cy="376350"/>
            </a:xfrm>
            <a:custGeom>
              <a:avLst/>
              <a:gdLst/>
              <a:ahLst/>
              <a:cxnLst/>
              <a:rect l="0" t="0" r="0" b="0"/>
              <a:pathLst>
                <a:path w="15592" h="15054" extrusionOk="0">
                  <a:moveTo>
                    <a:pt x="0" y="0"/>
                  </a:moveTo>
                  <a:lnTo>
                    <a:pt x="15188" y="15054"/>
                  </a:lnTo>
                  <a:lnTo>
                    <a:pt x="15591" y="14785"/>
                  </a:lnTo>
                  <a:lnTo>
                    <a:pt x="10215"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564" name="Shape 564"/>
            <p:cNvSpPr/>
            <p:nvPr/>
          </p:nvSpPr>
          <p:spPr>
            <a:xfrm>
              <a:off x="6481325" y="1431100"/>
              <a:ext cx="157950" cy="147850"/>
            </a:xfrm>
            <a:custGeom>
              <a:avLst/>
              <a:gdLst/>
              <a:ahLst/>
              <a:cxnLst/>
              <a:rect l="0" t="0" r="0" b="0"/>
              <a:pathLst>
                <a:path w="6318" h="5914" extrusionOk="0">
                  <a:moveTo>
                    <a:pt x="1" y="0"/>
                  </a:moveTo>
                  <a:lnTo>
                    <a:pt x="5915" y="5914"/>
                  </a:lnTo>
                  <a:lnTo>
                    <a:pt x="6318" y="5645"/>
                  </a:lnTo>
                  <a:lnTo>
                    <a:pt x="3092"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grpSp>
        <p:nvGrpSpPr>
          <p:cNvPr id="565" name="Shape 565"/>
          <p:cNvGrpSpPr/>
          <p:nvPr/>
        </p:nvGrpSpPr>
        <p:grpSpPr>
          <a:xfrm rot="10800000" flipH="1">
            <a:off x="7663686" y="3682711"/>
            <a:ext cx="1034724" cy="895486"/>
            <a:chOff x="238125" y="1431100"/>
            <a:chExt cx="3296350" cy="2852775"/>
          </a:xfrm>
        </p:grpSpPr>
        <p:sp>
          <p:nvSpPr>
            <p:cNvPr id="566" name="Shape 566"/>
            <p:cNvSpPr/>
            <p:nvPr/>
          </p:nvSpPr>
          <p:spPr>
            <a:xfrm>
              <a:off x="980725" y="4136025"/>
              <a:ext cx="157950" cy="147850"/>
            </a:xfrm>
            <a:custGeom>
              <a:avLst/>
              <a:gdLst/>
              <a:ahLst/>
              <a:cxnLst/>
              <a:rect l="0" t="0" r="0" b="0"/>
              <a:pathLst>
                <a:path w="6318" h="5914" extrusionOk="0">
                  <a:moveTo>
                    <a:pt x="403" y="0"/>
                  </a:moveTo>
                  <a:lnTo>
                    <a:pt x="0" y="269"/>
                  </a:lnTo>
                  <a:lnTo>
                    <a:pt x="3226" y="5914"/>
                  </a:lnTo>
                  <a:lnTo>
                    <a:pt x="6317" y="5914"/>
                  </a:lnTo>
                  <a:lnTo>
                    <a:pt x="403"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567" name="Shape 567"/>
            <p:cNvSpPr/>
            <p:nvPr/>
          </p:nvSpPr>
          <p:spPr>
            <a:xfrm>
              <a:off x="849675" y="3907525"/>
              <a:ext cx="386425" cy="376350"/>
            </a:xfrm>
            <a:custGeom>
              <a:avLst/>
              <a:gdLst/>
              <a:ahLst/>
              <a:cxnLst/>
              <a:rect l="0" t="0" r="0" b="0"/>
              <a:pathLst>
                <a:path w="15457" h="15054" extrusionOk="0">
                  <a:moveTo>
                    <a:pt x="403" y="0"/>
                  </a:moveTo>
                  <a:lnTo>
                    <a:pt x="0" y="269"/>
                  </a:lnTo>
                  <a:lnTo>
                    <a:pt x="5242" y="9543"/>
                  </a:lnTo>
                  <a:lnTo>
                    <a:pt x="10887" y="15054"/>
                  </a:lnTo>
                  <a:lnTo>
                    <a:pt x="15457" y="15054"/>
                  </a:lnTo>
                  <a:lnTo>
                    <a:pt x="403"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568" name="Shape 568"/>
            <p:cNvSpPr/>
            <p:nvPr/>
          </p:nvSpPr>
          <p:spPr>
            <a:xfrm>
              <a:off x="715250" y="3675675"/>
              <a:ext cx="618300" cy="608200"/>
            </a:xfrm>
            <a:custGeom>
              <a:avLst/>
              <a:gdLst/>
              <a:ahLst/>
              <a:cxnLst/>
              <a:rect l="0" t="0" r="0" b="0"/>
              <a:pathLst>
                <a:path w="24732" h="24328" extrusionOk="0">
                  <a:moveTo>
                    <a:pt x="404" y="0"/>
                  </a:moveTo>
                  <a:lnTo>
                    <a:pt x="1" y="404"/>
                  </a:lnTo>
                  <a:lnTo>
                    <a:pt x="5377" y="9543"/>
                  </a:lnTo>
                  <a:lnTo>
                    <a:pt x="20162"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569" name="Shape 569"/>
            <p:cNvSpPr/>
            <p:nvPr/>
          </p:nvSpPr>
          <p:spPr>
            <a:xfrm>
              <a:off x="584200" y="3447175"/>
              <a:ext cx="846800" cy="836700"/>
            </a:xfrm>
            <a:custGeom>
              <a:avLst/>
              <a:gdLst/>
              <a:ahLst/>
              <a:cxnLst/>
              <a:rect l="0" t="0" r="0" b="0"/>
              <a:pathLst>
                <a:path w="33872" h="33468" extrusionOk="0">
                  <a:moveTo>
                    <a:pt x="404" y="1"/>
                  </a:moveTo>
                  <a:lnTo>
                    <a:pt x="1" y="270"/>
                  </a:lnTo>
                  <a:lnTo>
                    <a:pt x="5243" y="9544"/>
                  </a:lnTo>
                  <a:lnTo>
                    <a:pt x="29167" y="33468"/>
                  </a:lnTo>
                  <a:lnTo>
                    <a:pt x="33872"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570" name="Shape 570"/>
            <p:cNvSpPr/>
            <p:nvPr/>
          </p:nvSpPr>
          <p:spPr>
            <a:xfrm>
              <a:off x="449800" y="3218700"/>
              <a:ext cx="1078650" cy="1065175"/>
            </a:xfrm>
            <a:custGeom>
              <a:avLst/>
              <a:gdLst/>
              <a:ahLst/>
              <a:cxnLst/>
              <a:rect l="0" t="0" r="0" b="0"/>
              <a:pathLst>
                <a:path w="43146" h="42607" extrusionOk="0">
                  <a:moveTo>
                    <a:pt x="404" y="0"/>
                  </a:moveTo>
                  <a:lnTo>
                    <a:pt x="1"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571" name="Shape 571"/>
            <p:cNvSpPr/>
            <p:nvPr/>
          </p:nvSpPr>
          <p:spPr>
            <a:xfrm>
              <a:off x="318750" y="2990200"/>
              <a:ext cx="1307150" cy="1293675"/>
            </a:xfrm>
            <a:custGeom>
              <a:avLst/>
              <a:gdLst/>
              <a:ahLst/>
              <a:cxnLst/>
              <a:rect l="0" t="0" r="0" b="0"/>
              <a:pathLst>
                <a:path w="52286" h="51747" extrusionOk="0">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572" name="Shape 572"/>
            <p:cNvSpPr/>
            <p:nvPr/>
          </p:nvSpPr>
          <p:spPr>
            <a:xfrm>
              <a:off x="1286500" y="3964650"/>
              <a:ext cx="436850" cy="319225"/>
            </a:xfrm>
            <a:custGeom>
              <a:avLst/>
              <a:gdLst/>
              <a:ahLst/>
              <a:cxnLst/>
              <a:rect l="0" t="0" r="0" b="0"/>
              <a:pathLst>
                <a:path w="17474" h="12769" extrusionOk="0">
                  <a:moveTo>
                    <a:pt x="0" y="0"/>
                  </a:moveTo>
                  <a:lnTo>
                    <a:pt x="12769" y="12769"/>
                  </a:lnTo>
                  <a:lnTo>
                    <a:pt x="17473" y="12769"/>
                  </a:lnTo>
                  <a:lnTo>
                    <a:pt x="4704"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573" name="Shape 573"/>
            <p:cNvSpPr/>
            <p:nvPr/>
          </p:nvSpPr>
          <p:spPr>
            <a:xfrm>
              <a:off x="238125" y="2822200"/>
              <a:ext cx="924075" cy="1008075"/>
            </a:xfrm>
            <a:custGeom>
              <a:avLst/>
              <a:gdLst/>
              <a:ahLst/>
              <a:cxnLst/>
              <a:rect l="0" t="0" r="0" b="0"/>
              <a:pathLst>
                <a:path w="36963" h="40323" extrusionOk="0">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574" name="Shape 574"/>
            <p:cNvSpPr/>
            <p:nvPr/>
          </p:nvSpPr>
          <p:spPr>
            <a:xfrm>
              <a:off x="138392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575" name="Shape 575"/>
            <p:cNvSpPr/>
            <p:nvPr/>
          </p:nvSpPr>
          <p:spPr>
            <a:xfrm>
              <a:off x="251550" y="2761700"/>
              <a:ext cx="779600" cy="840075"/>
            </a:xfrm>
            <a:custGeom>
              <a:avLst/>
              <a:gdLst/>
              <a:ahLst/>
              <a:cxnLst/>
              <a:rect l="0" t="0" r="0" b="0"/>
              <a:pathLst>
                <a:path w="31184" h="33603" extrusionOk="0">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576" name="Shape 576"/>
            <p:cNvSpPr/>
            <p:nvPr/>
          </p:nvSpPr>
          <p:spPr>
            <a:xfrm>
              <a:off x="288525" y="2697875"/>
              <a:ext cx="608200" cy="675400"/>
            </a:xfrm>
            <a:custGeom>
              <a:avLst/>
              <a:gdLst/>
              <a:ahLst/>
              <a:cxnLst/>
              <a:rect l="0" t="0" r="0" b="0"/>
              <a:pathLst>
                <a:path w="24328" h="27016" extrusionOk="0">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577" name="Shape 577"/>
            <p:cNvSpPr/>
            <p:nvPr/>
          </p:nvSpPr>
          <p:spPr>
            <a:xfrm>
              <a:off x="1481375" y="396465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578" name="Shape 578"/>
            <p:cNvSpPr/>
            <p:nvPr/>
          </p:nvSpPr>
          <p:spPr>
            <a:xfrm>
              <a:off x="1578825" y="3964650"/>
              <a:ext cx="433500" cy="319225"/>
            </a:xfrm>
            <a:custGeom>
              <a:avLst/>
              <a:gdLst/>
              <a:ahLst/>
              <a:cxnLst/>
              <a:rect l="0" t="0" r="0" b="0"/>
              <a:pathLst>
                <a:path w="17340" h="12769" extrusionOk="0">
                  <a:moveTo>
                    <a:pt x="1" y="0"/>
                  </a:moveTo>
                  <a:lnTo>
                    <a:pt x="12769" y="12769"/>
                  </a:lnTo>
                  <a:lnTo>
                    <a:pt x="17339" y="12769"/>
                  </a:lnTo>
                  <a:lnTo>
                    <a:pt x="4570" y="0"/>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579" name="Shape 579"/>
            <p:cNvSpPr/>
            <p:nvPr/>
          </p:nvSpPr>
          <p:spPr>
            <a:xfrm>
              <a:off x="322125" y="2637375"/>
              <a:ext cx="443550" cy="504050"/>
            </a:xfrm>
            <a:custGeom>
              <a:avLst/>
              <a:gdLst/>
              <a:ahLst/>
              <a:cxnLst/>
              <a:rect l="0" t="0" r="0" b="0"/>
              <a:pathLst>
                <a:path w="17742" h="20162" extrusionOk="0">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580" name="Shape 580"/>
            <p:cNvSpPr/>
            <p:nvPr/>
          </p:nvSpPr>
          <p:spPr>
            <a:xfrm>
              <a:off x="359075" y="2576900"/>
              <a:ext cx="275575" cy="336050"/>
            </a:xfrm>
            <a:custGeom>
              <a:avLst/>
              <a:gdLst/>
              <a:ahLst/>
              <a:cxnLst/>
              <a:rect l="0" t="0" r="0" b="0"/>
              <a:pathLst>
                <a:path w="11023" h="13442" extrusionOk="0">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581" name="Shape 581"/>
            <p:cNvSpPr/>
            <p:nvPr/>
          </p:nvSpPr>
          <p:spPr>
            <a:xfrm>
              <a:off x="1676275" y="396465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582" name="Shape 582"/>
            <p:cNvSpPr/>
            <p:nvPr/>
          </p:nvSpPr>
          <p:spPr>
            <a:xfrm>
              <a:off x="392675" y="2513050"/>
              <a:ext cx="275575" cy="309175"/>
            </a:xfrm>
            <a:custGeom>
              <a:avLst/>
              <a:gdLst/>
              <a:ahLst/>
              <a:cxnLst/>
              <a:rect l="0" t="0" r="0" b="0"/>
              <a:pathLst>
                <a:path w="11023" h="12367" extrusionOk="0">
                  <a:moveTo>
                    <a:pt x="1748" y="1"/>
                  </a:moveTo>
                  <a:lnTo>
                    <a:pt x="1" y="2958"/>
                  </a:lnTo>
                  <a:lnTo>
                    <a:pt x="9409" y="12366"/>
                  </a:lnTo>
                  <a:lnTo>
                    <a:pt x="11022" y="9409"/>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583" name="Shape 583"/>
            <p:cNvSpPr/>
            <p:nvPr/>
          </p:nvSpPr>
          <p:spPr>
            <a:xfrm>
              <a:off x="1773725" y="3964650"/>
              <a:ext cx="433475" cy="319225"/>
            </a:xfrm>
            <a:custGeom>
              <a:avLst/>
              <a:gdLst/>
              <a:ahLst/>
              <a:cxnLst/>
              <a:rect l="0" t="0" r="0" b="0"/>
              <a:pathLst>
                <a:path w="17339" h="12769" extrusionOk="0">
                  <a:moveTo>
                    <a:pt x="0" y="0"/>
                  </a:moveTo>
                  <a:lnTo>
                    <a:pt x="12634" y="12769"/>
                  </a:lnTo>
                  <a:lnTo>
                    <a:pt x="17339" y="12769"/>
                  </a:lnTo>
                  <a:lnTo>
                    <a:pt x="4570" y="0"/>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584" name="Shape 584"/>
            <p:cNvSpPr/>
            <p:nvPr/>
          </p:nvSpPr>
          <p:spPr>
            <a:xfrm>
              <a:off x="429650" y="24525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585" name="Shape 585"/>
            <p:cNvSpPr/>
            <p:nvPr/>
          </p:nvSpPr>
          <p:spPr>
            <a:xfrm>
              <a:off x="1871150" y="3964650"/>
              <a:ext cx="433500" cy="319225"/>
            </a:xfrm>
            <a:custGeom>
              <a:avLst/>
              <a:gdLst/>
              <a:ahLst/>
              <a:cxnLst/>
              <a:rect l="0" t="0" r="0" b="0"/>
              <a:pathLst>
                <a:path w="17340" h="12769" extrusionOk="0">
                  <a:moveTo>
                    <a:pt x="1" y="0"/>
                  </a:moveTo>
                  <a:lnTo>
                    <a:pt x="12635" y="12769"/>
                  </a:lnTo>
                  <a:lnTo>
                    <a:pt x="17340" y="12769"/>
                  </a:lnTo>
                  <a:lnTo>
                    <a:pt x="4571" y="0"/>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586" name="Shape 586"/>
            <p:cNvSpPr/>
            <p:nvPr/>
          </p:nvSpPr>
          <p:spPr>
            <a:xfrm>
              <a:off x="1965250" y="3964650"/>
              <a:ext cx="436850" cy="319225"/>
            </a:xfrm>
            <a:custGeom>
              <a:avLst/>
              <a:gdLst/>
              <a:ahLst/>
              <a:cxnLst/>
              <a:rect l="0" t="0" r="0" b="0"/>
              <a:pathLst>
                <a:path w="17474" h="12769" extrusionOk="0">
                  <a:moveTo>
                    <a:pt x="0" y="0"/>
                  </a:moveTo>
                  <a:lnTo>
                    <a:pt x="12769" y="12769"/>
                  </a:lnTo>
                  <a:lnTo>
                    <a:pt x="17473" y="12769"/>
                  </a:lnTo>
                  <a:lnTo>
                    <a:pt x="4705"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587" name="Shape 587"/>
            <p:cNvSpPr/>
            <p:nvPr/>
          </p:nvSpPr>
          <p:spPr>
            <a:xfrm>
              <a:off x="466600" y="23921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588" name="Shape 588"/>
            <p:cNvSpPr/>
            <p:nvPr/>
          </p:nvSpPr>
          <p:spPr>
            <a:xfrm>
              <a:off x="206270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589" name="Shape 589"/>
            <p:cNvSpPr/>
            <p:nvPr/>
          </p:nvSpPr>
          <p:spPr>
            <a:xfrm>
              <a:off x="500200" y="2328250"/>
              <a:ext cx="275575" cy="309150"/>
            </a:xfrm>
            <a:custGeom>
              <a:avLst/>
              <a:gdLst/>
              <a:ahLst/>
              <a:cxnLst/>
              <a:rect l="0" t="0" r="0" b="0"/>
              <a:pathLst>
                <a:path w="11023" h="12366" extrusionOk="0">
                  <a:moveTo>
                    <a:pt x="1748" y="1"/>
                  </a:moveTo>
                  <a:lnTo>
                    <a:pt x="1" y="2957"/>
                  </a:lnTo>
                  <a:lnTo>
                    <a:pt x="9275" y="12366"/>
                  </a:lnTo>
                  <a:lnTo>
                    <a:pt x="11022" y="9409"/>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590" name="Shape 590"/>
            <p:cNvSpPr/>
            <p:nvPr/>
          </p:nvSpPr>
          <p:spPr>
            <a:xfrm>
              <a:off x="537175" y="2267775"/>
              <a:ext cx="275550" cy="305800"/>
            </a:xfrm>
            <a:custGeom>
              <a:avLst/>
              <a:gdLst/>
              <a:ahLst/>
              <a:cxnLst/>
              <a:rect l="0" t="0" r="0" b="0"/>
              <a:pathLst>
                <a:path w="11022" h="12232" extrusionOk="0">
                  <a:moveTo>
                    <a:pt x="1613" y="0"/>
                  </a:moveTo>
                  <a:lnTo>
                    <a:pt x="0" y="2957"/>
                  </a:lnTo>
                  <a:lnTo>
                    <a:pt x="9274" y="12231"/>
                  </a:lnTo>
                  <a:lnTo>
                    <a:pt x="11022" y="9274"/>
                  </a:lnTo>
                  <a:lnTo>
                    <a:pt x="1613"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591" name="Shape 591"/>
            <p:cNvSpPr/>
            <p:nvPr/>
          </p:nvSpPr>
          <p:spPr>
            <a:xfrm>
              <a:off x="216015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592" name="Shape 592"/>
            <p:cNvSpPr/>
            <p:nvPr/>
          </p:nvSpPr>
          <p:spPr>
            <a:xfrm>
              <a:off x="570775" y="2207275"/>
              <a:ext cx="275550" cy="305800"/>
            </a:xfrm>
            <a:custGeom>
              <a:avLst/>
              <a:gdLst/>
              <a:ahLst/>
              <a:cxnLst/>
              <a:rect l="0" t="0" r="0" b="0"/>
              <a:pathLst>
                <a:path w="11022" h="12232" extrusionOk="0">
                  <a:moveTo>
                    <a:pt x="1748" y="1"/>
                  </a:moveTo>
                  <a:lnTo>
                    <a:pt x="0" y="2958"/>
                  </a:lnTo>
                  <a:lnTo>
                    <a:pt x="9409" y="12232"/>
                  </a:lnTo>
                  <a:lnTo>
                    <a:pt x="11022" y="9275"/>
                  </a:lnTo>
                  <a:lnTo>
                    <a:pt x="1748"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593" name="Shape 593"/>
            <p:cNvSpPr/>
            <p:nvPr/>
          </p:nvSpPr>
          <p:spPr>
            <a:xfrm>
              <a:off x="225757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594" name="Shape 594"/>
            <p:cNvSpPr/>
            <p:nvPr/>
          </p:nvSpPr>
          <p:spPr>
            <a:xfrm>
              <a:off x="2355025" y="3964650"/>
              <a:ext cx="383100" cy="319225"/>
            </a:xfrm>
            <a:custGeom>
              <a:avLst/>
              <a:gdLst/>
              <a:ahLst/>
              <a:cxnLst/>
              <a:rect l="0" t="0" r="0" b="0"/>
              <a:pathLst>
                <a:path w="15324" h="12769" extrusionOk="0">
                  <a:moveTo>
                    <a:pt x="1" y="0"/>
                  </a:moveTo>
                  <a:lnTo>
                    <a:pt x="12769" y="12769"/>
                  </a:lnTo>
                  <a:lnTo>
                    <a:pt x="14248" y="12769"/>
                  </a:lnTo>
                  <a:lnTo>
                    <a:pt x="15323" y="10753"/>
                  </a:lnTo>
                  <a:lnTo>
                    <a:pt x="4570" y="0"/>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595" name="Shape 595"/>
            <p:cNvSpPr/>
            <p:nvPr/>
          </p:nvSpPr>
          <p:spPr>
            <a:xfrm>
              <a:off x="607725" y="2146800"/>
              <a:ext cx="275575" cy="305800"/>
            </a:xfrm>
            <a:custGeom>
              <a:avLst/>
              <a:gdLst/>
              <a:ahLst/>
              <a:cxnLst/>
              <a:rect l="0" t="0" r="0" b="0"/>
              <a:pathLst>
                <a:path w="11023" h="12232" extrusionOk="0">
                  <a:moveTo>
                    <a:pt x="1614" y="1"/>
                  </a:moveTo>
                  <a:lnTo>
                    <a:pt x="1" y="2823"/>
                  </a:lnTo>
                  <a:lnTo>
                    <a:pt x="9275" y="12232"/>
                  </a:lnTo>
                  <a:lnTo>
                    <a:pt x="11022" y="9275"/>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596" name="Shape 596"/>
            <p:cNvSpPr/>
            <p:nvPr/>
          </p:nvSpPr>
          <p:spPr>
            <a:xfrm>
              <a:off x="2452475" y="3941125"/>
              <a:ext cx="322600" cy="305800"/>
            </a:xfrm>
            <a:custGeom>
              <a:avLst/>
              <a:gdLst/>
              <a:ahLst/>
              <a:cxnLst/>
              <a:rect l="0" t="0" r="0" b="0"/>
              <a:pathLst>
                <a:path w="12904" h="12232" extrusionOk="0">
                  <a:moveTo>
                    <a:pt x="3495" y="1"/>
                  </a:moveTo>
                  <a:lnTo>
                    <a:pt x="2957" y="941"/>
                  </a:lnTo>
                  <a:lnTo>
                    <a:pt x="0" y="941"/>
                  </a:lnTo>
                  <a:lnTo>
                    <a:pt x="11156" y="12232"/>
                  </a:lnTo>
                  <a:lnTo>
                    <a:pt x="12904" y="9275"/>
                  </a:lnTo>
                  <a:lnTo>
                    <a:pt x="3495"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597" name="Shape 597"/>
            <p:cNvSpPr/>
            <p:nvPr/>
          </p:nvSpPr>
          <p:spPr>
            <a:xfrm>
              <a:off x="641325" y="2082950"/>
              <a:ext cx="275575" cy="305800"/>
            </a:xfrm>
            <a:custGeom>
              <a:avLst/>
              <a:gdLst/>
              <a:ahLst/>
              <a:cxnLst/>
              <a:rect l="0" t="0" r="0" b="0"/>
              <a:pathLst>
                <a:path w="11023" h="12232" extrusionOk="0">
                  <a:moveTo>
                    <a:pt x="1748" y="1"/>
                  </a:moveTo>
                  <a:lnTo>
                    <a:pt x="1" y="2958"/>
                  </a:lnTo>
                  <a:lnTo>
                    <a:pt x="9409" y="12232"/>
                  </a:lnTo>
                  <a:lnTo>
                    <a:pt x="11022" y="9409"/>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598" name="Shape 598"/>
            <p:cNvSpPr/>
            <p:nvPr/>
          </p:nvSpPr>
          <p:spPr>
            <a:xfrm>
              <a:off x="678300" y="20224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599" name="Shape 599"/>
            <p:cNvSpPr/>
            <p:nvPr/>
          </p:nvSpPr>
          <p:spPr>
            <a:xfrm>
              <a:off x="2533125" y="3877275"/>
              <a:ext cx="275550" cy="309175"/>
            </a:xfrm>
            <a:custGeom>
              <a:avLst/>
              <a:gdLst/>
              <a:ahLst/>
              <a:cxnLst/>
              <a:rect l="0" t="0" r="0" b="0"/>
              <a:pathLst>
                <a:path w="11022" h="12367" extrusionOk="0">
                  <a:moveTo>
                    <a:pt x="1748" y="1"/>
                  </a:moveTo>
                  <a:lnTo>
                    <a:pt x="0" y="2958"/>
                  </a:lnTo>
                  <a:lnTo>
                    <a:pt x="9409" y="12366"/>
                  </a:lnTo>
                  <a:lnTo>
                    <a:pt x="11022" y="9409"/>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600" name="Shape 600"/>
            <p:cNvSpPr/>
            <p:nvPr/>
          </p:nvSpPr>
          <p:spPr>
            <a:xfrm>
              <a:off x="2570075" y="3816800"/>
              <a:ext cx="275575" cy="305800"/>
            </a:xfrm>
            <a:custGeom>
              <a:avLst/>
              <a:gdLst/>
              <a:ahLst/>
              <a:cxnLst/>
              <a:rect l="0" t="0" r="0" b="0"/>
              <a:pathLst>
                <a:path w="11023" h="12232" extrusionOk="0">
                  <a:moveTo>
                    <a:pt x="1614" y="1"/>
                  </a:moveTo>
                  <a:lnTo>
                    <a:pt x="1" y="2957"/>
                  </a:lnTo>
                  <a:lnTo>
                    <a:pt x="9275" y="12232"/>
                  </a:lnTo>
                  <a:lnTo>
                    <a:pt x="11022" y="9275"/>
                  </a:lnTo>
                  <a:lnTo>
                    <a:pt x="1614" y="1"/>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601" name="Shape 601"/>
            <p:cNvSpPr/>
            <p:nvPr/>
          </p:nvSpPr>
          <p:spPr>
            <a:xfrm>
              <a:off x="711900" y="1962000"/>
              <a:ext cx="275550" cy="305800"/>
            </a:xfrm>
            <a:custGeom>
              <a:avLst/>
              <a:gdLst/>
              <a:ahLst/>
              <a:cxnLst/>
              <a:rect l="0" t="0" r="0" b="0"/>
              <a:pathLst>
                <a:path w="11022" h="12232" extrusionOk="0">
                  <a:moveTo>
                    <a:pt x="1748" y="0"/>
                  </a:moveTo>
                  <a:lnTo>
                    <a:pt x="0" y="2957"/>
                  </a:lnTo>
                  <a:lnTo>
                    <a:pt x="9409" y="12231"/>
                  </a:lnTo>
                  <a:lnTo>
                    <a:pt x="11022" y="9274"/>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602" name="Shape 602"/>
            <p:cNvSpPr/>
            <p:nvPr/>
          </p:nvSpPr>
          <p:spPr>
            <a:xfrm>
              <a:off x="2603675" y="37563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603" name="Shape 603"/>
            <p:cNvSpPr/>
            <p:nvPr/>
          </p:nvSpPr>
          <p:spPr>
            <a:xfrm>
              <a:off x="748850" y="1898150"/>
              <a:ext cx="275575" cy="309150"/>
            </a:xfrm>
            <a:custGeom>
              <a:avLst/>
              <a:gdLst/>
              <a:ahLst/>
              <a:cxnLst/>
              <a:rect l="0" t="0" r="0" b="0"/>
              <a:pathLst>
                <a:path w="11023" h="12366" extrusionOk="0">
                  <a:moveTo>
                    <a:pt x="1748" y="0"/>
                  </a:moveTo>
                  <a:lnTo>
                    <a:pt x="1" y="2957"/>
                  </a:lnTo>
                  <a:lnTo>
                    <a:pt x="9275" y="12366"/>
                  </a:lnTo>
                  <a:lnTo>
                    <a:pt x="11022" y="9409"/>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604" name="Shape 604"/>
            <p:cNvSpPr/>
            <p:nvPr/>
          </p:nvSpPr>
          <p:spPr>
            <a:xfrm>
              <a:off x="2640650" y="36924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605" name="Shape 605"/>
            <p:cNvSpPr/>
            <p:nvPr/>
          </p:nvSpPr>
          <p:spPr>
            <a:xfrm>
              <a:off x="785825" y="1837675"/>
              <a:ext cx="275550" cy="305800"/>
            </a:xfrm>
            <a:custGeom>
              <a:avLst/>
              <a:gdLst/>
              <a:ahLst/>
              <a:cxnLst/>
              <a:rect l="0" t="0" r="0" b="0"/>
              <a:pathLst>
                <a:path w="11022" h="12232" extrusionOk="0">
                  <a:moveTo>
                    <a:pt x="1613" y="0"/>
                  </a:moveTo>
                  <a:lnTo>
                    <a:pt x="0" y="2957"/>
                  </a:lnTo>
                  <a:lnTo>
                    <a:pt x="9275" y="12231"/>
                  </a:lnTo>
                  <a:lnTo>
                    <a:pt x="11022" y="9274"/>
                  </a:lnTo>
                  <a:lnTo>
                    <a:pt x="1613"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606" name="Shape 606"/>
            <p:cNvSpPr/>
            <p:nvPr/>
          </p:nvSpPr>
          <p:spPr>
            <a:xfrm>
              <a:off x="2677600" y="3632000"/>
              <a:ext cx="275575" cy="305800"/>
            </a:xfrm>
            <a:custGeom>
              <a:avLst/>
              <a:gdLst/>
              <a:ahLst/>
              <a:cxnLst/>
              <a:rect l="0" t="0" r="0" b="0"/>
              <a:pathLst>
                <a:path w="11023" h="12232" extrusionOk="0">
                  <a:moveTo>
                    <a:pt x="1614" y="0"/>
                  </a:moveTo>
                  <a:lnTo>
                    <a:pt x="1" y="2957"/>
                  </a:lnTo>
                  <a:lnTo>
                    <a:pt x="9275" y="12231"/>
                  </a:lnTo>
                  <a:lnTo>
                    <a:pt x="11022" y="9274"/>
                  </a:lnTo>
                  <a:lnTo>
                    <a:pt x="1614"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607" name="Shape 607"/>
            <p:cNvSpPr/>
            <p:nvPr/>
          </p:nvSpPr>
          <p:spPr>
            <a:xfrm>
              <a:off x="819425" y="1777175"/>
              <a:ext cx="275550" cy="305800"/>
            </a:xfrm>
            <a:custGeom>
              <a:avLst/>
              <a:gdLst/>
              <a:ahLst/>
              <a:cxnLst/>
              <a:rect l="0" t="0" r="0" b="0"/>
              <a:pathLst>
                <a:path w="11022" h="12232" extrusionOk="0">
                  <a:moveTo>
                    <a:pt x="1748" y="1"/>
                  </a:moveTo>
                  <a:lnTo>
                    <a:pt x="0" y="2958"/>
                  </a:lnTo>
                  <a:lnTo>
                    <a:pt x="9275" y="12232"/>
                  </a:lnTo>
                  <a:lnTo>
                    <a:pt x="11022" y="9275"/>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608" name="Shape 608"/>
            <p:cNvSpPr/>
            <p:nvPr/>
          </p:nvSpPr>
          <p:spPr>
            <a:xfrm>
              <a:off x="2711200" y="35715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609" name="Shape 609"/>
            <p:cNvSpPr/>
            <p:nvPr/>
          </p:nvSpPr>
          <p:spPr>
            <a:xfrm>
              <a:off x="856375" y="1713350"/>
              <a:ext cx="275575" cy="309150"/>
            </a:xfrm>
            <a:custGeom>
              <a:avLst/>
              <a:gdLst/>
              <a:ahLst/>
              <a:cxnLst/>
              <a:rect l="0" t="0" r="0" b="0"/>
              <a:pathLst>
                <a:path w="11023" h="12366" extrusionOk="0">
                  <a:moveTo>
                    <a:pt x="1614" y="0"/>
                  </a:moveTo>
                  <a:lnTo>
                    <a:pt x="1" y="2957"/>
                  </a:lnTo>
                  <a:lnTo>
                    <a:pt x="9275" y="12366"/>
                  </a:lnTo>
                  <a:lnTo>
                    <a:pt x="11022" y="9409"/>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610" name="Shape 610"/>
            <p:cNvSpPr/>
            <p:nvPr/>
          </p:nvSpPr>
          <p:spPr>
            <a:xfrm>
              <a:off x="890000" y="1652850"/>
              <a:ext cx="275550" cy="305800"/>
            </a:xfrm>
            <a:custGeom>
              <a:avLst/>
              <a:gdLst/>
              <a:ahLst/>
              <a:cxnLst/>
              <a:rect l="0" t="0" r="0" b="0"/>
              <a:pathLst>
                <a:path w="11022" h="12232" extrusionOk="0">
                  <a:moveTo>
                    <a:pt x="1747" y="1"/>
                  </a:moveTo>
                  <a:lnTo>
                    <a:pt x="0" y="2958"/>
                  </a:lnTo>
                  <a:lnTo>
                    <a:pt x="9409" y="12232"/>
                  </a:lnTo>
                  <a:lnTo>
                    <a:pt x="11021" y="9275"/>
                  </a:lnTo>
                  <a:lnTo>
                    <a:pt x="1747"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611" name="Shape 611"/>
            <p:cNvSpPr/>
            <p:nvPr/>
          </p:nvSpPr>
          <p:spPr>
            <a:xfrm>
              <a:off x="2748175" y="3511025"/>
              <a:ext cx="275550" cy="305800"/>
            </a:xfrm>
            <a:custGeom>
              <a:avLst/>
              <a:gdLst/>
              <a:ahLst/>
              <a:cxnLst/>
              <a:rect l="0" t="0" r="0" b="0"/>
              <a:pathLst>
                <a:path w="11022" h="12232" extrusionOk="0">
                  <a:moveTo>
                    <a:pt x="1613" y="1"/>
                  </a:moveTo>
                  <a:lnTo>
                    <a:pt x="0" y="2823"/>
                  </a:lnTo>
                  <a:lnTo>
                    <a:pt x="9274" y="12232"/>
                  </a:lnTo>
                  <a:lnTo>
                    <a:pt x="11022" y="9275"/>
                  </a:lnTo>
                  <a:lnTo>
                    <a:pt x="1613"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612" name="Shape 612"/>
            <p:cNvSpPr/>
            <p:nvPr/>
          </p:nvSpPr>
          <p:spPr>
            <a:xfrm>
              <a:off x="2781775" y="3447175"/>
              <a:ext cx="275550" cy="305800"/>
            </a:xfrm>
            <a:custGeom>
              <a:avLst/>
              <a:gdLst/>
              <a:ahLst/>
              <a:cxnLst/>
              <a:rect l="0" t="0" r="0" b="0"/>
              <a:pathLst>
                <a:path w="11022" h="12232" extrusionOk="0">
                  <a:moveTo>
                    <a:pt x="1748" y="1"/>
                  </a:moveTo>
                  <a:lnTo>
                    <a:pt x="0" y="2958"/>
                  </a:lnTo>
                  <a:lnTo>
                    <a:pt x="9409" y="12232"/>
                  </a:lnTo>
                  <a:lnTo>
                    <a:pt x="11022" y="9409"/>
                  </a:lnTo>
                  <a:lnTo>
                    <a:pt x="1748"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613" name="Shape 613"/>
            <p:cNvSpPr/>
            <p:nvPr/>
          </p:nvSpPr>
          <p:spPr>
            <a:xfrm>
              <a:off x="926950" y="1592375"/>
              <a:ext cx="275550" cy="305800"/>
            </a:xfrm>
            <a:custGeom>
              <a:avLst/>
              <a:gdLst/>
              <a:ahLst/>
              <a:cxnLst/>
              <a:rect l="0" t="0" r="0" b="0"/>
              <a:pathLst>
                <a:path w="11022" h="12232" extrusionOk="0">
                  <a:moveTo>
                    <a:pt x="1613" y="1"/>
                  </a:moveTo>
                  <a:lnTo>
                    <a:pt x="1" y="2957"/>
                  </a:lnTo>
                  <a:lnTo>
                    <a:pt x="9275" y="12231"/>
                  </a:lnTo>
                  <a:lnTo>
                    <a:pt x="11022" y="9275"/>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614" name="Shape 614"/>
            <p:cNvSpPr/>
            <p:nvPr/>
          </p:nvSpPr>
          <p:spPr>
            <a:xfrm>
              <a:off x="960550" y="1531900"/>
              <a:ext cx="275550" cy="305800"/>
            </a:xfrm>
            <a:custGeom>
              <a:avLst/>
              <a:gdLst/>
              <a:ahLst/>
              <a:cxnLst/>
              <a:rect l="0" t="0" r="0" b="0"/>
              <a:pathLst>
                <a:path w="11022" h="12232" extrusionOk="0">
                  <a:moveTo>
                    <a:pt x="1748" y="0"/>
                  </a:moveTo>
                  <a:lnTo>
                    <a:pt x="1" y="2823"/>
                  </a:lnTo>
                  <a:lnTo>
                    <a:pt x="9409" y="12231"/>
                  </a:lnTo>
                  <a:lnTo>
                    <a:pt x="11022" y="9274"/>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615" name="Shape 615"/>
            <p:cNvSpPr/>
            <p:nvPr/>
          </p:nvSpPr>
          <p:spPr>
            <a:xfrm>
              <a:off x="2818725" y="3386700"/>
              <a:ext cx="275575" cy="305800"/>
            </a:xfrm>
            <a:custGeom>
              <a:avLst/>
              <a:gdLst/>
              <a:ahLst/>
              <a:cxnLst/>
              <a:rect l="0" t="0" r="0" b="0"/>
              <a:pathLst>
                <a:path w="11023" h="12232" extrusionOk="0">
                  <a:moveTo>
                    <a:pt x="1614" y="1"/>
                  </a:moveTo>
                  <a:lnTo>
                    <a:pt x="1" y="2957"/>
                  </a:lnTo>
                  <a:lnTo>
                    <a:pt x="9275" y="12231"/>
                  </a:lnTo>
                  <a:lnTo>
                    <a:pt x="11022" y="9275"/>
                  </a:lnTo>
                  <a:lnTo>
                    <a:pt x="1614" y="1"/>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616" name="Shape 616"/>
            <p:cNvSpPr/>
            <p:nvPr/>
          </p:nvSpPr>
          <p:spPr>
            <a:xfrm>
              <a:off x="997525" y="1468050"/>
              <a:ext cx="322600" cy="305800"/>
            </a:xfrm>
            <a:custGeom>
              <a:avLst/>
              <a:gdLst/>
              <a:ahLst/>
              <a:cxnLst/>
              <a:rect l="0" t="0" r="0" b="0"/>
              <a:pathLst>
                <a:path w="12904" h="12232" extrusionOk="0">
                  <a:moveTo>
                    <a:pt x="1747" y="0"/>
                  </a:moveTo>
                  <a:lnTo>
                    <a:pt x="0" y="2957"/>
                  </a:lnTo>
                  <a:lnTo>
                    <a:pt x="9274" y="12231"/>
                  </a:lnTo>
                  <a:lnTo>
                    <a:pt x="9946" y="11291"/>
                  </a:lnTo>
                  <a:lnTo>
                    <a:pt x="12903" y="11291"/>
                  </a:lnTo>
                  <a:lnTo>
                    <a:pt x="1747"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617" name="Shape 617"/>
            <p:cNvSpPr/>
            <p:nvPr/>
          </p:nvSpPr>
          <p:spPr>
            <a:xfrm>
              <a:off x="2852325" y="33262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618" name="Shape 618"/>
            <p:cNvSpPr/>
            <p:nvPr/>
          </p:nvSpPr>
          <p:spPr>
            <a:xfrm>
              <a:off x="1034475" y="1431100"/>
              <a:ext cx="383075" cy="319225"/>
            </a:xfrm>
            <a:custGeom>
              <a:avLst/>
              <a:gdLst/>
              <a:ahLst/>
              <a:cxnLst/>
              <a:rect l="0" t="0" r="0" b="0"/>
              <a:pathLst>
                <a:path w="15323" h="12769" extrusionOk="0">
                  <a:moveTo>
                    <a:pt x="1076" y="0"/>
                  </a:moveTo>
                  <a:lnTo>
                    <a:pt x="1" y="2016"/>
                  </a:lnTo>
                  <a:lnTo>
                    <a:pt x="10619" y="12769"/>
                  </a:lnTo>
                  <a:lnTo>
                    <a:pt x="15323" y="12769"/>
                  </a:lnTo>
                  <a:lnTo>
                    <a:pt x="2554"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619" name="Shape 619"/>
            <p:cNvSpPr/>
            <p:nvPr/>
          </p:nvSpPr>
          <p:spPr>
            <a:xfrm>
              <a:off x="2889300" y="32623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620" name="Shape 620"/>
            <p:cNvSpPr/>
            <p:nvPr/>
          </p:nvSpPr>
          <p:spPr>
            <a:xfrm>
              <a:off x="10781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621" name="Shape 621"/>
            <p:cNvSpPr/>
            <p:nvPr/>
          </p:nvSpPr>
          <p:spPr>
            <a:xfrm>
              <a:off x="2926250" y="32019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622" name="Shape 622"/>
            <p:cNvSpPr/>
            <p:nvPr/>
          </p:nvSpPr>
          <p:spPr>
            <a:xfrm>
              <a:off x="1175600" y="1431100"/>
              <a:ext cx="436850" cy="319225"/>
            </a:xfrm>
            <a:custGeom>
              <a:avLst/>
              <a:gdLst/>
              <a:ahLst/>
              <a:cxnLst/>
              <a:rect l="0" t="0" r="0" b="0"/>
              <a:pathLst>
                <a:path w="17474" h="12769" extrusionOk="0">
                  <a:moveTo>
                    <a:pt x="1" y="0"/>
                  </a:moveTo>
                  <a:lnTo>
                    <a:pt x="12769" y="12769"/>
                  </a:lnTo>
                  <a:lnTo>
                    <a:pt x="17474" y="12769"/>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623" name="Shape 623"/>
            <p:cNvSpPr/>
            <p:nvPr/>
          </p:nvSpPr>
          <p:spPr>
            <a:xfrm>
              <a:off x="2959850" y="31414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624" name="Shape 624"/>
            <p:cNvSpPr/>
            <p:nvPr/>
          </p:nvSpPr>
          <p:spPr>
            <a:xfrm>
              <a:off x="2996825" y="3077575"/>
              <a:ext cx="275550" cy="309150"/>
            </a:xfrm>
            <a:custGeom>
              <a:avLst/>
              <a:gdLst/>
              <a:ahLst/>
              <a:cxnLst/>
              <a:rect l="0" t="0" r="0" b="0"/>
              <a:pathLst>
                <a:path w="11022" h="12366" extrusionOk="0">
                  <a:moveTo>
                    <a:pt x="1613" y="0"/>
                  </a:moveTo>
                  <a:lnTo>
                    <a:pt x="0" y="2957"/>
                  </a:lnTo>
                  <a:lnTo>
                    <a:pt x="9275" y="12366"/>
                  </a:lnTo>
                  <a:lnTo>
                    <a:pt x="11022" y="9409"/>
                  </a:lnTo>
                  <a:lnTo>
                    <a:pt x="1613"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625" name="Shape 625"/>
            <p:cNvSpPr/>
            <p:nvPr/>
          </p:nvSpPr>
          <p:spPr>
            <a:xfrm>
              <a:off x="1273050" y="1431100"/>
              <a:ext cx="433500" cy="319225"/>
            </a:xfrm>
            <a:custGeom>
              <a:avLst/>
              <a:gdLst/>
              <a:ahLst/>
              <a:cxnLst/>
              <a:rect l="0" t="0" r="0" b="0"/>
              <a:pathLst>
                <a:path w="17340" h="12769" extrusionOk="0">
                  <a:moveTo>
                    <a:pt x="0" y="0"/>
                  </a:moveTo>
                  <a:lnTo>
                    <a:pt x="12769" y="12769"/>
                  </a:lnTo>
                  <a:lnTo>
                    <a:pt x="17339" y="12769"/>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626" name="Shape 626"/>
            <p:cNvSpPr/>
            <p:nvPr/>
          </p:nvSpPr>
          <p:spPr>
            <a:xfrm>
              <a:off x="1370500" y="1431100"/>
              <a:ext cx="433475" cy="319225"/>
            </a:xfrm>
            <a:custGeom>
              <a:avLst/>
              <a:gdLst/>
              <a:ahLst/>
              <a:cxnLst/>
              <a:rect l="0" t="0" r="0" b="0"/>
              <a:pathLst>
                <a:path w="17339" h="12769" extrusionOk="0">
                  <a:moveTo>
                    <a:pt x="0" y="0"/>
                  </a:moveTo>
                  <a:lnTo>
                    <a:pt x="12769" y="12769"/>
                  </a:lnTo>
                  <a:lnTo>
                    <a:pt x="17339" y="12769"/>
                  </a:lnTo>
                  <a:lnTo>
                    <a:pt x="4705"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627" name="Shape 627"/>
            <p:cNvSpPr/>
            <p:nvPr/>
          </p:nvSpPr>
          <p:spPr>
            <a:xfrm>
              <a:off x="3030425" y="3017075"/>
              <a:ext cx="275550" cy="305800"/>
            </a:xfrm>
            <a:custGeom>
              <a:avLst/>
              <a:gdLst/>
              <a:ahLst/>
              <a:cxnLst/>
              <a:rect l="0" t="0" r="0" b="0"/>
              <a:pathLst>
                <a:path w="11022" h="12232" extrusionOk="0">
                  <a:moveTo>
                    <a:pt x="1748" y="1"/>
                  </a:moveTo>
                  <a:lnTo>
                    <a:pt x="1" y="2958"/>
                  </a:lnTo>
                  <a:lnTo>
                    <a:pt x="9409" y="12232"/>
                  </a:lnTo>
                  <a:lnTo>
                    <a:pt x="11022" y="9275"/>
                  </a:lnTo>
                  <a:lnTo>
                    <a:pt x="1748" y="1"/>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628" name="Shape 628"/>
            <p:cNvSpPr/>
            <p:nvPr/>
          </p:nvSpPr>
          <p:spPr>
            <a:xfrm>
              <a:off x="1467950" y="143110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629" name="Shape 629"/>
            <p:cNvSpPr/>
            <p:nvPr/>
          </p:nvSpPr>
          <p:spPr>
            <a:xfrm>
              <a:off x="3067375" y="2956600"/>
              <a:ext cx="275575" cy="305800"/>
            </a:xfrm>
            <a:custGeom>
              <a:avLst/>
              <a:gdLst/>
              <a:ahLst/>
              <a:cxnLst/>
              <a:rect l="0" t="0" r="0" b="0"/>
              <a:pathLst>
                <a:path w="11023" h="12232" extrusionOk="0">
                  <a:moveTo>
                    <a:pt x="1614" y="0"/>
                  </a:moveTo>
                  <a:lnTo>
                    <a:pt x="1" y="2957"/>
                  </a:lnTo>
                  <a:lnTo>
                    <a:pt x="9275" y="12231"/>
                  </a:lnTo>
                  <a:lnTo>
                    <a:pt x="11022" y="9275"/>
                  </a:lnTo>
                  <a:lnTo>
                    <a:pt x="1614"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630" name="Shape 630"/>
            <p:cNvSpPr/>
            <p:nvPr/>
          </p:nvSpPr>
          <p:spPr>
            <a:xfrm>
              <a:off x="156537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631" name="Shape 631"/>
            <p:cNvSpPr/>
            <p:nvPr/>
          </p:nvSpPr>
          <p:spPr>
            <a:xfrm>
              <a:off x="3101000" y="2896125"/>
              <a:ext cx="275550" cy="305800"/>
            </a:xfrm>
            <a:custGeom>
              <a:avLst/>
              <a:gdLst/>
              <a:ahLst/>
              <a:cxnLst/>
              <a:rect l="0" t="0" r="0" b="0"/>
              <a:pathLst>
                <a:path w="11022" h="12232" extrusionOk="0">
                  <a:moveTo>
                    <a:pt x="1747" y="0"/>
                  </a:moveTo>
                  <a:lnTo>
                    <a:pt x="0" y="2823"/>
                  </a:lnTo>
                  <a:lnTo>
                    <a:pt x="9409" y="12231"/>
                  </a:lnTo>
                  <a:lnTo>
                    <a:pt x="11021" y="9274"/>
                  </a:lnTo>
                  <a:lnTo>
                    <a:pt x="1747"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632" name="Shape 632"/>
            <p:cNvSpPr/>
            <p:nvPr/>
          </p:nvSpPr>
          <p:spPr>
            <a:xfrm>
              <a:off x="3137950" y="2802025"/>
              <a:ext cx="275550" cy="336050"/>
            </a:xfrm>
            <a:custGeom>
              <a:avLst/>
              <a:gdLst/>
              <a:ahLst/>
              <a:cxnLst/>
              <a:rect l="0" t="0" r="0" b="0"/>
              <a:pathLst>
                <a:path w="11022" h="13442" extrusionOk="0">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633" name="Shape 633"/>
            <p:cNvSpPr/>
            <p:nvPr/>
          </p:nvSpPr>
          <p:spPr>
            <a:xfrm>
              <a:off x="166282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634" name="Shape 634"/>
            <p:cNvSpPr/>
            <p:nvPr/>
          </p:nvSpPr>
          <p:spPr>
            <a:xfrm>
              <a:off x="3006900" y="2573550"/>
              <a:ext cx="440200" cy="504050"/>
            </a:xfrm>
            <a:custGeom>
              <a:avLst/>
              <a:gdLst/>
              <a:ahLst/>
              <a:cxnLst/>
              <a:rect l="0" t="0" r="0" b="0"/>
              <a:pathLst>
                <a:path w="17608" h="20162" extrusionOk="0">
                  <a:moveTo>
                    <a:pt x="404" y="0"/>
                  </a:moveTo>
                  <a:lnTo>
                    <a:pt x="1" y="269"/>
                  </a:lnTo>
                  <a:lnTo>
                    <a:pt x="5243" y="9543"/>
                  </a:lnTo>
                  <a:lnTo>
                    <a:pt x="15995" y="20161"/>
                  </a:lnTo>
                  <a:lnTo>
                    <a:pt x="17608" y="17204"/>
                  </a:lnTo>
                  <a:lnTo>
                    <a:pt x="404"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635" name="Shape 635"/>
            <p:cNvSpPr/>
            <p:nvPr/>
          </p:nvSpPr>
          <p:spPr>
            <a:xfrm>
              <a:off x="1760275" y="1431100"/>
              <a:ext cx="433500" cy="319225"/>
            </a:xfrm>
            <a:custGeom>
              <a:avLst/>
              <a:gdLst/>
              <a:ahLst/>
              <a:cxnLst/>
              <a:rect l="0" t="0" r="0" b="0"/>
              <a:pathLst>
                <a:path w="17340" h="12769" extrusionOk="0">
                  <a:moveTo>
                    <a:pt x="1" y="0"/>
                  </a:moveTo>
                  <a:lnTo>
                    <a:pt x="12635" y="12769"/>
                  </a:lnTo>
                  <a:lnTo>
                    <a:pt x="17339" y="12769"/>
                  </a:lnTo>
                  <a:lnTo>
                    <a:pt x="4570"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636" name="Shape 636"/>
            <p:cNvSpPr/>
            <p:nvPr/>
          </p:nvSpPr>
          <p:spPr>
            <a:xfrm>
              <a:off x="18543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637" name="Shape 637"/>
            <p:cNvSpPr/>
            <p:nvPr/>
          </p:nvSpPr>
          <p:spPr>
            <a:xfrm>
              <a:off x="2872500" y="2345050"/>
              <a:ext cx="611575" cy="672050"/>
            </a:xfrm>
            <a:custGeom>
              <a:avLst/>
              <a:gdLst/>
              <a:ahLst/>
              <a:cxnLst/>
              <a:rect l="0" t="0" r="0" b="0"/>
              <a:pathLst>
                <a:path w="24463" h="26882" extrusionOk="0">
                  <a:moveTo>
                    <a:pt x="538" y="1"/>
                  </a:moveTo>
                  <a:lnTo>
                    <a:pt x="0" y="269"/>
                  </a:lnTo>
                  <a:lnTo>
                    <a:pt x="5377" y="9409"/>
                  </a:lnTo>
                  <a:lnTo>
                    <a:pt x="22715" y="26882"/>
                  </a:lnTo>
                  <a:lnTo>
                    <a:pt x="24462" y="23925"/>
                  </a:lnTo>
                  <a:lnTo>
                    <a:pt x="538" y="1"/>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638" name="Shape 638"/>
            <p:cNvSpPr/>
            <p:nvPr/>
          </p:nvSpPr>
          <p:spPr>
            <a:xfrm>
              <a:off x="2741450" y="2113200"/>
              <a:ext cx="779575" cy="843425"/>
            </a:xfrm>
            <a:custGeom>
              <a:avLst/>
              <a:gdLst/>
              <a:ahLst/>
              <a:cxnLst/>
              <a:rect l="0" t="0" r="0" b="0"/>
              <a:pathLst>
                <a:path w="31183" h="33737" extrusionOk="0">
                  <a:moveTo>
                    <a:pt x="404" y="0"/>
                  </a:moveTo>
                  <a:lnTo>
                    <a:pt x="0" y="404"/>
                  </a:lnTo>
                  <a:lnTo>
                    <a:pt x="5242" y="9543"/>
                  </a:lnTo>
                  <a:lnTo>
                    <a:pt x="29436" y="33736"/>
                  </a:lnTo>
                  <a:lnTo>
                    <a:pt x="31183" y="30780"/>
                  </a:lnTo>
                  <a:lnTo>
                    <a:pt x="404"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639" name="Shape 639"/>
            <p:cNvSpPr/>
            <p:nvPr/>
          </p:nvSpPr>
          <p:spPr>
            <a:xfrm>
              <a:off x="195180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640" name="Shape 640"/>
            <p:cNvSpPr/>
            <p:nvPr/>
          </p:nvSpPr>
          <p:spPr>
            <a:xfrm>
              <a:off x="204925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641" name="Shape 641"/>
            <p:cNvSpPr/>
            <p:nvPr/>
          </p:nvSpPr>
          <p:spPr>
            <a:xfrm>
              <a:off x="2610400" y="1884700"/>
              <a:ext cx="924075" cy="1008075"/>
            </a:xfrm>
            <a:custGeom>
              <a:avLst/>
              <a:gdLst/>
              <a:ahLst/>
              <a:cxnLst/>
              <a:rect l="0" t="0" r="0" b="0"/>
              <a:pathLst>
                <a:path w="36963" h="40323" extrusionOk="0">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642" name="Shape 642"/>
            <p:cNvSpPr/>
            <p:nvPr/>
          </p:nvSpPr>
          <p:spPr>
            <a:xfrm>
              <a:off x="2146700" y="1431100"/>
              <a:ext cx="1307125" cy="1297025"/>
            </a:xfrm>
            <a:custGeom>
              <a:avLst/>
              <a:gdLst/>
              <a:ahLst/>
              <a:cxnLst/>
              <a:rect l="0" t="0" r="0" b="0"/>
              <a:pathLst>
                <a:path w="52285" h="51881" extrusionOk="0">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643" name="Shape 643"/>
            <p:cNvSpPr/>
            <p:nvPr/>
          </p:nvSpPr>
          <p:spPr>
            <a:xfrm>
              <a:off x="2244150" y="1431100"/>
              <a:ext cx="1075275" cy="1065175"/>
            </a:xfrm>
            <a:custGeom>
              <a:avLst/>
              <a:gdLst/>
              <a:ahLst/>
              <a:cxnLst/>
              <a:rect l="0" t="0" r="0" b="0"/>
              <a:pathLst>
                <a:path w="43011" h="42607" extrusionOk="0">
                  <a:moveTo>
                    <a:pt x="0" y="0"/>
                  </a:moveTo>
                  <a:lnTo>
                    <a:pt x="42607" y="42607"/>
                  </a:lnTo>
                  <a:lnTo>
                    <a:pt x="43011" y="42338"/>
                  </a:lnTo>
                  <a:lnTo>
                    <a:pt x="37769" y="33064"/>
                  </a:lnTo>
                  <a:lnTo>
                    <a:pt x="4570"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644" name="Shape 644"/>
            <p:cNvSpPr/>
            <p:nvPr/>
          </p:nvSpPr>
          <p:spPr>
            <a:xfrm>
              <a:off x="2341575" y="1431100"/>
              <a:ext cx="846800" cy="836700"/>
            </a:xfrm>
            <a:custGeom>
              <a:avLst/>
              <a:gdLst/>
              <a:ahLst/>
              <a:cxnLst/>
              <a:rect l="0" t="0" r="0" b="0"/>
              <a:pathLst>
                <a:path w="33872" h="33468" extrusionOk="0">
                  <a:moveTo>
                    <a:pt x="1" y="0"/>
                  </a:moveTo>
                  <a:lnTo>
                    <a:pt x="33468" y="33467"/>
                  </a:lnTo>
                  <a:lnTo>
                    <a:pt x="33872" y="33198"/>
                  </a:lnTo>
                  <a:lnTo>
                    <a:pt x="28495" y="23924"/>
                  </a:lnTo>
                  <a:lnTo>
                    <a:pt x="4571"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645" name="Shape 645"/>
            <p:cNvSpPr/>
            <p:nvPr/>
          </p:nvSpPr>
          <p:spPr>
            <a:xfrm>
              <a:off x="2439025" y="1431100"/>
              <a:ext cx="618300" cy="608200"/>
            </a:xfrm>
            <a:custGeom>
              <a:avLst/>
              <a:gdLst/>
              <a:ahLst/>
              <a:cxnLst/>
              <a:rect l="0" t="0" r="0" b="0"/>
              <a:pathLst>
                <a:path w="24732" h="24328" extrusionOk="0">
                  <a:moveTo>
                    <a:pt x="1" y="0"/>
                  </a:moveTo>
                  <a:lnTo>
                    <a:pt x="24194" y="24328"/>
                  </a:lnTo>
                  <a:lnTo>
                    <a:pt x="24732" y="23924"/>
                  </a:lnTo>
                  <a:lnTo>
                    <a:pt x="19355" y="14785"/>
                  </a:lnTo>
                  <a:lnTo>
                    <a:pt x="4571"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646" name="Shape 646"/>
            <p:cNvSpPr/>
            <p:nvPr/>
          </p:nvSpPr>
          <p:spPr>
            <a:xfrm>
              <a:off x="2533125" y="1431100"/>
              <a:ext cx="389800" cy="376350"/>
            </a:xfrm>
            <a:custGeom>
              <a:avLst/>
              <a:gdLst/>
              <a:ahLst/>
              <a:cxnLst/>
              <a:rect l="0" t="0" r="0" b="0"/>
              <a:pathLst>
                <a:path w="15592" h="15054" extrusionOk="0">
                  <a:moveTo>
                    <a:pt x="0" y="0"/>
                  </a:moveTo>
                  <a:lnTo>
                    <a:pt x="15188" y="15054"/>
                  </a:lnTo>
                  <a:lnTo>
                    <a:pt x="15591" y="14785"/>
                  </a:lnTo>
                  <a:lnTo>
                    <a:pt x="10350"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647" name="Shape 647"/>
            <p:cNvSpPr/>
            <p:nvPr/>
          </p:nvSpPr>
          <p:spPr>
            <a:xfrm>
              <a:off x="2630575" y="1431100"/>
              <a:ext cx="161300" cy="147850"/>
            </a:xfrm>
            <a:custGeom>
              <a:avLst/>
              <a:gdLst/>
              <a:ahLst/>
              <a:cxnLst/>
              <a:rect l="0" t="0" r="0" b="0"/>
              <a:pathLst>
                <a:path w="6452" h="5914" extrusionOk="0">
                  <a:moveTo>
                    <a:pt x="0" y="0"/>
                  </a:moveTo>
                  <a:lnTo>
                    <a:pt x="6048" y="5914"/>
                  </a:lnTo>
                  <a:lnTo>
                    <a:pt x="6452" y="5645"/>
                  </a:lnTo>
                  <a:lnTo>
                    <a:pt x="3226"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648" name="Shape 648"/>
          <p:cNvSpPr/>
          <p:nvPr/>
        </p:nvSpPr>
        <p:spPr>
          <a:xfrm rot="10800000" flipH="1">
            <a:off x="-123825" y="1058975"/>
            <a:ext cx="819899" cy="710099"/>
          </a:xfrm>
          <a:prstGeom prst="hexagon">
            <a:avLst>
              <a:gd name="adj" fmla="val 28678"/>
              <a:gd name="vf" fmla="val 115470"/>
            </a:avLst>
          </a:prstGeom>
          <a:noFill/>
          <a:ln w="9525" cap="flat"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49" name="Shape 649"/>
          <p:cNvSpPr/>
          <p:nvPr/>
        </p:nvSpPr>
        <p:spPr>
          <a:xfrm rot="10800000" flipH="1">
            <a:off x="638174" y="1440099"/>
            <a:ext cx="428700" cy="371100"/>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50" name="Shape 650"/>
          <p:cNvSpPr/>
          <p:nvPr/>
        </p:nvSpPr>
        <p:spPr>
          <a:xfrm rot="10800000" flipH="1">
            <a:off x="1495424" y="-131649"/>
            <a:ext cx="819899" cy="710099"/>
          </a:xfrm>
          <a:prstGeom prst="hexagon">
            <a:avLst>
              <a:gd name="adj" fmla="val 28678"/>
              <a:gd name="vf" fmla="val 115470"/>
            </a:avLst>
          </a:prstGeom>
          <a:noFill/>
          <a:ln w="76200" cap="flat" cmpd="sng">
            <a:solidFill>
              <a:srgbClr val="184769"/>
            </a:solidFill>
            <a:prstDash val="solid"/>
            <a:miter/>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51" name="Shape 651"/>
          <p:cNvSpPr/>
          <p:nvPr/>
        </p:nvSpPr>
        <p:spPr>
          <a:xfrm rot="10800000" flipH="1">
            <a:off x="327799" y="88924"/>
            <a:ext cx="358799" cy="310500"/>
          </a:xfrm>
          <a:prstGeom prst="hexagon">
            <a:avLst>
              <a:gd name="adj" fmla="val 28678"/>
              <a:gd name="vf" fmla="val 115470"/>
            </a:avLst>
          </a:prstGeom>
          <a:solidFill>
            <a:srgbClr val="00E1C6"/>
          </a:solidFill>
          <a:ln>
            <a:noFill/>
          </a:ln>
        </p:spPr>
        <p:txBody>
          <a:bodyPr lIns="91425" tIns="91425" rIns="91425" bIns="91425" anchor="ctr" anchorCtr="0">
            <a:noAutofit/>
          </a:bodyPr>
          <a:lstStyle/>
          <a:p>
            <a:pPr lvl="0">
              <a:spcBef>
                <a:spcPts val="0"/>
              </a:spcBef>
              <a:buNone/>
            </a:pPr>
            <a:endParaRPr/>
          </a:p>
        </p:txBody>
      </p:sp>
      <p:sp>
        <p:nvSpPr>
          <p:cNvPr id="652" name="Shape 652"/>
          <p:cNvSpPr/>
          <p:nvPr/>
        </p:nvSpPr>
        <p:spPr>
          <a:xfrm rot="10800000" flipH="1">
            <a:off x="8486774" y="4230775"/>
            <a:ext cx="819899" cy="710099"/>
          </a:xfrm>
          <a:prstGeom prst="hexagon">
            <a:avLst>
              <a:gd name="adj" fmla="val 28678"/>
              <a:gd name="vf" fmla="val 115470"/>
            </a:avLst>
          </a:prstGeom>
          <a:noFill/>
          <a:ln w="9525" cap="flat"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53" name="Shape 653"/>
          <p:cNvSpPr/>
          <p:nvPr/>
        </p:nvSpPr>
        <p:spPr>
          <a:xfrm rot="10800000" flipH="1">
            <a:off x="8124824" y="4615699"/>
            <a:ext cx="428700" cy="371100"/>
          </a:xfrm>
          <a:prstGeom prst="hexagon">
            <a:avLst>
              <a:gd name="adj" fmla="val 28678"/>
              <a:gd name="vf" fmla="val 115470"/>
            </a:avLst>
          </a:prstGeom>
          <a:solidFill>
            <a:srgbClr val="3292E1"/>
          </a:solidFill>
          <a:ln>
            <a:noFill/>
          </a:ln>
        </p:spPr>
        <p:txBody>
          <a:bodyPr lIns="91425" tIns="91425" rIns="91425" bIns="91425" anchor="ctr" anchorCtr="0">
            <a:noAutofit/>
          </a:bodyPr>
          <a:lstStyle/>
          <a:p>
            <a:pPr lvl="0">
              <a:spcBef>
                <a:spcPts val="0"/>
              </a:spcBef>
              <a:buNone/>
            </a:pPr>
            <a:endParaRPr/>
          </a:p>
        </p:txBody>
      </p:sp>
      <p:sp>
        <p:nvSpPr>
          <p:cNvPr id="654" name="Shape 654"/>
          <p:cNvSpPr/>
          <p:nvPr/>
        </p:nvSpPr>
        <p:spPr>
          <a:xfrm rot="10800000" flipH="1">
            <a:off x="7821347" y="2935400"/>
            <a:ext cx="819899" cy="709799"/>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55" name="Shape 655"/>
          <p:cNvSpPr/>
          <p:nvPr/>
        </p:nvSpPr>
        <p:spPr>
          <a:xfrm rot="10800000" flipH="1">
            <a:off x="8486775" y="3512174"/>
            <a:ext cx="358799" cy="310500"/>
          </a:xfrm>
          <a:prstGeom prst="hexagon">
            <a:avLst>
              <a:gd name="adj" fmla="val 28678"/>
              <a:gd name="vf" fmla="val 115470"/>
            </a:avLst>
          </a:prstGeom>
          <a:noFill/>
          <a:ln w="19050" cap="flat" cmpd="sng">
            <a:solidFill>
              <a:srgbClr val="00E1C6"/>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nvGrpSpPr>
          <p:cNvPr id="656" name="Shape 656"/>
          <p:cNvGrpSpPr/>
          <p:nvPr/>
        </p:nvGrpSpPr>
        <p:grpSpPr>
          <a:xfrm>
            <a:off x="1729783" y="61067"/>
            <a:ext cx="351203" cy="324660"/>
            <a:chOff x="5975075" y="2327500"/>
            <a:chExt cx="420100" cy="388350"/>
          </a:xfrm>
        </p:grpSpPr>
        <p:sp>
          <p:nvSpPr>
            <p:cNvPr id="657" name="Shape 657"/>
            <p:cNvSpPr/>
            <p:nvPr/>
          </p:nvSpPr>
          <p:spPr>
            <a:xfrm>
              <a:off x="5975075" y="2474650"/>
              <a:ext cx="98325" cy="220450"/>
            </a:xfrm>
            <a:custGeom>
              <a:avLst/>
              <a:gdLst/>
              <a:ahLst/>
              <a:cxnLst/>
              <a:rect l="0" t="0" r="0" b="0"/>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58" name="Shape 658"/>
            <p:cNvSpPr/>
            <p:nvPr/>
          </p:nvSpPr>
          <p:spPr>
            <a:xfrm>
              <a:off x="6088025" y="2327500"/>
              <a:ext cx="307150" cy="388350"/>
            </a:xfrm>
            <a:custGeom>
              <a:avLst/>
              <a:gdLst/>
              <a:ahLst/>
              <a:cxnLst/>
              <a:rect l="0" t="0" r="0" b="0"/>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659" name="Shape 659"/>
          <p:cNvSpPr/>
          <p:nvPr/>
        </p:nvSpPr>
        <p:spPr>
          <a:xfrm>
            <a:off x="203100" y="1270176"/>
            <a:ext cx="166061" cy="287704"/>
          </a:xfrm>
          <a:custGeom>
            <a:avLst/>
            <a:gdLst/>
            <a:ahLst/>
            <a:cxnLst/>
            <a:rect l="0" t="0" r="0" b="0"/>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660" name="Shape 660"/>
          <p:cNvSpPr/>
          <p:nvPr/>
        </p:nvSpPr>
        <p:spPr>
          <a:xfrm>
            <a:off x="8772688" y="4461807"/>
            <a:ext cx="248072" cy="248057"/>
          </a:xfrm>
          <a:custGeom>
            <a:avLst/>
            <a:gdLst/>
            <a:ahLst/>
            <a:cxnLst/>
            <a:rect l="0" t="0" r="0" b="0"/>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nvGrpSpPr>
          <p:cNvPr id="661" name="Shape 661"/>
          <p:cNvGrpSpPr/>
          <p:nvPr/>
        </p:nvGrpSpPr>
        <p:grpSpPr>
          <a:xfrm>
            <a:off x="7354067" y="3426714"/>
            <a:ext cx="455624" cy="437053"/>
            <a:chOff x="5241175" y="4959100"/>
            <a:chExt cx="539775" cy="517775"/>
          </a:xfrm>
        </p:grpSpPr>
        <p:sp>
          <p:nvSpPr>
            <p:cNvPr id="662" name="Shape 662"/>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63" name="Shape 663"/>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64" name="Shape 664"/>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65" name="Shape 665"/>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66" name="Shape 666"/>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667" name="Shape 667"/>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668" name="Shape 668"/>
          <p:cNvSpPr/>
          <p:nvPr/>
        </p:nvSpPr>
        <p:spPr>
          <a:xfrm>
            <a:off x="8081325" y="3153875"/>
            <a:ext cx="299951" cy="272838"/>
          </a:xfrm>
          <a:custGeom>
            <a:avLst/>
            <a:gdLst/>
            <a:ahLst/>
            <a:cxnLst/>
            <a:rect l="0" t="0" r="0" b="0"/>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lIns="91425" tIns="91425" rIns="91425" bIns="91425" anchor="ctr" anchorCtr="0">
            <a:noAutofit/>
          </a:bodyPr>
          <a:lstStyle/>
          <a:p>
            <a:pPr lvl="0">
              <a:spcBef>
                <a:spcPts val="0"/>
              </a:spcBef>
              <a:buNone/>
            </a:pPr>
            <a:endParaRPr/>
          </a:p>
        </p:txBody>
      </p:sp>
      <p:grpSp>
        <p:nvGrpSpPr>
          <p:cNvPr id="669" name="Shape 669"/>
          <p:cNvGrpSpPr/>
          <p:nvPr/>
        </p:nvGrpSpPr>
        <p:grpSpPr>
          <a:xfrm>
            <a:off x="904276" y="515192"/>
            <a:ext cx="382958" cy="607110"/>
            <a:chOff x="6718575" y="2318625"/>
            <a:chExt cx="256950" cy="407375"/>
          </a:xfrm>
        </p:grpSpPr>
        <p:sp>
          <p:nvSpPr>
            <p:cNvPr id="670" name="Shape 670"/>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71" name="Shape 671"/>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72" name="Shape 672"/>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73" name="Shape 673"/>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74" name="Shape 674"/>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75" name="Shape 675"/>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76" name="Shape 676"/>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77" name="Shape 677"/>
            <p:cNvSpPr/>
            <p:nvPr/>
          </p:nvSpPr>
          <p:spPr>
            <a:xfrm>
              <a:off x="6795900" y="2628550"/>
              <a:ext cx="102300" cy="25"/>
            </a:xfrm>
            <a:custGeom>
              <a:avLst/>
              <a:gdLst/>
              <a:ahLst/>
              <a:cxnLst/>
              <a:rect l="0" t="0" r="0" b="0"/>
              <a:pathLst>
                <a:path w="4092" h="1" fill="none" extrusionOk="0">
                  <a:moveTo>
                    <a:pt x="0" y="1"/>
                  </a:moveTo>
                  <a:lnTo>
                    <a:pt x="4092" y="1"/>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nvGrpSpPr>
          <p:cNvPr id="678" name="Shape 678"/>
          <p:cNvGrpSpPr/>
          <p:nvPr/>
        </p:nvGrpSpPr>
        <p:grpSpPr>
          <a:xfrm>
            <a:off x="335759" y="1840530"/>
            <a:ext cx="342881" cy="350068"/>
            <a:chOff x="3951850" y="2985350"/>
            <a:chExt cx="407950" cy="416500"/>
          </a:xfrm>
        </p:grpSpPr>
        <p:sp>
          <p:nvSpPr>
            <p:cNvPr id="679" name="Shape 679"/>
            <p:cNvSpPr/>
            <p:nvPr/>
          </p:nvSpPr>
          <p:spPr>
            <a:xfrm>
              <a:off x="3951850" y="2985350"/>
              <a:ext cx="314800" cy="314825"/>
            </a:xfrm>
            <a:custGeom>
              <a:avLst/>
              <a:gdLst/>
              <a:ahLst/>
              <a:cxnLst/>
              <a:rect l="0" t="0" r="0" b="0"/>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80" name="Shape 680"/>
            <p:cNvSpPr/>
            <p:nvPr/>
          </p:nvSpPr>
          <p:spPr>
            <a:xfrm>
              <a:off x="3988375" y="3021875"/>
              <a:ext cx="241750" cy="241750"/>
            </a:xfrm>
            <a:custGeom>
              <a:avLst/>
              <a:gdLst/>
              <a:ahLst/>
              <a:cxnLst/>
              <a:rect l="0" t="0" r="0" b="0"/>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81" name="Shape 681"/>
            <p:cNvSpPr/>
            <p:nvPr/>
          </p:nvSpPr>
          <p:spPr>
            <a:xfrm>
              <a:off x="4024300" y="3058425"/>
              <a:ext cx="84650" cy="84650"/>
            </a:xfrm>
            <a:custGeom>
              <a:avLst/>
              <a:gdLst/>
              <a:ahLst/>
              <a:cxnLst/>
              <a:rect l="0" t="0" r="0" b="0"/>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82" name="Shape 682"/>
            <p:cNvSpPr/>
            <p:nvPr/>
          </p:nvSpPr>
          <p:spPr>
            <a:xfrm>
              <a:off x="4205750" y="3248375"/>
              <a:ext cx="154050" cy="153475"/>
            </a:xfrm>
            <a:custGeom>
              <a:avLst/>
              <a:gdLst/>
              <a:ahLst/>
              <a:cxnLst/>
              <a:rect l="0" t="0" r="0" b="0"/>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 2 columns">
    <p:spTree>
      <p:nvGrpSpPr>
        <p:cNvPr id="1" name="Shape 683"/>
        <p:cNvGrpSpPr/>
        <p:nvPr/>
      </p:nvGrpSpPr>
      <p:grpSpPr>
        <a:xfrm>
          <a:off x="0" y="0"/>
          <a:ext cx="0" cy="0"/>
          <a:chOff x="0" y="0"/>
          <a:chExt cx="0" cy="0"/>
        </a:xfrm>
      </p:grpSpPr>
      <p:sp>
        <p:nvSpPr>
          <p:cNvPr id="684" name="Shape 684"/>
          <p:cNvSpPr txBox="1">
            <a:spLocks noGrp="1"/>
          </p:cNvSpPr>
          <p:nvPr>
            <p:ph type="title"/>
          </p:nvPr>
        </p:nvSpPr>
        <p:spPr>
          <a:xfrm>
            <a:off x="1732700" y="1735600"/>
            <a:ext cx="4944300" cy="6453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685" name="Shape 685"/>
          <p:cNvSpPr txBox="1">
            <a:spLocks noGrp="1"/>
          </p:cNvSpPr>
          <p:nvPr>
            <p:ph type="body" idx="1"/>
          </p:nvPr>
        </p:nvSpPr>
        <p:spPr>
          <a:xfrm>
            <a:off x="1734000" y="2414450"/>
            <a:ext cx="2667300" cy="2663699"/>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686" name="Shape 686"/>
          <p:cNvSpPr txBox="1">
            <a:spLocks noGrp="1"/>
          </p:cNvSpPr>
          <p:nvPr>
            <p:ph type="body" idx="2"/>
          </p:nvPr>
        </p:nvSpPr>
        <p:spPr>
          <a:xfrm>
            <a:off x="4562087" y="2414450"/>
            <a:ext cx="2667300" cy="2663699"/>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grpSp>
        <p:nvGrpSpPr>
          <p:cNvPr id="687" name="Shape 687"/>
          <p:cNvGrpSpPr/>
          <p:nvPr/>
        </p:nvGrpSpPr>
        <p:grpSpPr>
          <a:xfrm rot="10800000" flipH="1">
            <a:off x="411206" y="245768"/>
            <a:ext cx="1322798" cy="1145959"/>
            <a:chOff x="4088875" y="1431100"/>
            <a:chExt cx="3293000" cy="2852775"/>
          </a:xfrm>
        </p:grpSpPr>
        <p:sp>
          <p:nvSpPr>
            <p:cNvPr id="688" name="Shape 688"/>
            <p:cNvSpPr/>
            <p:nvPr/>
          </p:nvSpPr>
          <p:spPr>
            <a:xfrm>
              <a:off x="4831475" y="4136025"/>
              <a:ext cx="157950" cy="147850"/>
            </a:xfrm>
            <a:custGeom>
              <a:avLst/>
              <a:gdLst/>
              <a:ahLst/>
              <a:cxnLst/>
              <a:rect l="0" t="0" r="0" b="0"/>
              <a:pathLst>
                <a:path w="6318" h="5914" extrusionOk="0">
                  <a:moveTo>
                    <a:pt x="404" y="0"/>
                  </a:moveTo>
                  <a:lnTo>
                    <a:pt x="1" y="269"/>
                  </a:lnTo>
                  <a:lnTo>
                    <a:pt x="3227" y="5914"/>
                  </a:lnTo>
                  <a:lnTo>
                    <a:pt x="6318" y="5914"/>
                  </a:lnTo>
                  <a:lnTo>
                    <a:pt x="404"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689" name="Shape 689"/>
            <p:cNvSpPr/>
            <p:nvPr/>
          </p:nvSpPr>
          <p:spPr>
            <a:xfrm>
              <a:off x="4697075" y="3907525"/>
              <a:ext cx="389800" cy="376350"/>
            </a:xfrm>
            <a:custGeom>
              <a:avLst/>
              <a:gdLst/>
              <a:ahLst/>
              <a:cxnLst/>
              <a:rect l="0" t="0" r="0" b="0"/>
              <a:pathLst>
                <a:path w="15592" h="15054" extrusionOk="0">
                  <a:moveTo>
                    <a:pt x="538" y="0"/>
                  </a:moveTo>
                  <a:lnTo>
                    <a:pt x="1" y="269"/>
                  </a:lnTo>
                  <a:lnTo>
                    <a:pt x="5377" y="9543"/>
                  </a:lnTo>
                  <a:lnTo>
                    <a:pt x="11022" y="15054"/>
                  </a:lnTo>
                  <a:lnTo>
                    <a:pt x="15592" y="15054"/>
                  </a:lnTo>
                  <a:lnTo>
                    <a:pt x="538"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690" name="Shape 690"/>
            <p:cNvSpPr/>
            <p:nvPr/>
          </p:nvSpPr>
          <p:spPr>
            <a:xfrm>
              <a:off x="4566025" y="3675675"/>
              <a:ext cx="618300" cy="608200"/>
            </a:xfrm>
            <a:custGeom>
              <a:avLst/>
              <a:gdLst/>
              <a:ahLst/>
              <a:cxnLst/>
              <a:rect l="0" t="0" r="0" b="0"/>
              <a:pathLst>
                <a:path w="24732" h="24328" extrusionOk="0">
                  <a:moveTo>
                    <a:pt x="404" y="0"/>
                  </a:moveTo>
                  <a:lnTo>
                    <a:pt x="1" y="404"/>
                  </a:lnTo>
                  <a:lnTo>
                    <a:pt x="5377" y="9543"/>
                  </a:lnTo>
                  <a:lnTo>
                    <a:pt x="20027"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691" name="Shape 691"/>
            <p:cNvSpPr/>
            <p:nvPr/>
          </p:nvSpPr>
          <p:spPr>
            <a:xfrm>
              <a:off x="4434975" y="3447175"/>
              <a:ext cx="846800" cy="836700"/>
            </a:xfrm>
            <a:custGeom>
              <a:avLst/>
              <a:gdLst/>
              <a:ahLst/>
              <a:cxnLst/>
              <a:rect l="0" t="0" r="0" b="0"/>
              <a:pathLst>
                <a:path w="33872" h="33468" extrusionOk="0">
                  <a:moveTo>
                    <a:pt x="404" y="1"/>
                  </a:moveTo>
                  <a:lnTo>
                    <a:pt x="1" y="270"/>
                  </a:lnTo>
                  <a:lnTo>
                    <a:pt x="5243" y="9544"/>
                  </a:lnTo>
                  <a:lnTo>
                    <a:pt x="29167" y="33468"/>
                  </a:lnTo>
                  <a:lnTo>
                    <a:pt x="33871"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692" name="Shape 692"/>
            <p:cNvSpPr/>
            <p:nvPr/>
          </p:nvSpPr>
          <p:spPr>
            <a:xfrm>
              <a:off x="4300575" y="3218700"/>
              <a:ext cx="1078650" cy="1065175"/>
            </a:xfrm>
            <a:custGeom>
              <a:avLst/>
              <a:gdLst/>
              <a:ahLst/>
              <a:cxnLst/>
              <a:rect l="0" t="0" r="0" b="0"/>
              <a:pathLst>
                <a:path w="43146" h="42607" extrusionOk="0">
                  <a:moveTo>
                    <a:pt x="404" y="0"/>
                  </a:moveTo>
                  <a:lnTo>
                    <a:pt x="0"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693" name="Shape 693"/>
            <p:cNvSpPr/>
            <p:nvPr/>
          </p:nvSpPr>
          <p:spPr>
            <a:xfrm>
              <a:off x="4169525" y="2990200"/>
              <a:ext cx="1307150" cy="1293675"/>
            </a:xfrm>
            <a:custGeom>
              <a:avLst/>
              <a:gdLst/>
              <a:ahLst/>
              <a:cxnLst/>
              <a:rect l="0" t="0" r="0" b="0"/>
              <a:pathLst>
                <a:path w="52286" h="51747" extrusionOk="0">
                  <a:moveTo>
                    <a:pt x="404" y="1"/>
                  </a:moveTo>
                  <a:lnTo>
                    <a:pt x="1" y="269"/>
                  </a:lnTo>
                  <a:lnTo>
                    <a:pt x="5242" y="9409"/>
                  </a:lnTo>
                  <a:lnTo>
                    <a:pt x="47581" y="51747"/>
                  </a:lnTo>
                  <a:lnTo>
                    <a:pt x="52285" y="51747"/>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694" name="Shape 694"/>
            <p:cNvSpPr/>
            <p:nvPr/>
          </p:nvSpPr>
          <p:spPr>
            <a:xfrm>
              <a:off x="4088875" y="2822200"/>
              <a:ext cx="1481875" cy="1461675"/>
            </a:xfrm>
            <a:custGeom>
              <a:avLst/>
              <a:gdLst/>
              <a:ahLst/>
              <a:cxnLst/>
              <a:rect l="0" t="0" r="0" b="0"/>
              <a:pathLst>
                <a:path w="59275" h="58467" extrusionOk="0">
                  <a:moveTo>
                    <a:pt x="807" y="0"/>
                  </a:moveTo>
                  <a:lnTo>
                    <a:pt x="1" y="1479"/>
                  </a:lnTo>
                  <a:lnTo>
                    <a:pt x="3227" y="6989"/>
                  </a:lnTo>
                  <a:lnTo>
                    <a:pt x="54705" y="58467"/>
                  </a:lnTo>
                  <a:lnTo>
                    <a:pt x="59274" y="58467"/>
                  </a:lnTo>
                  <a:lnTo>
                    <a:pt x="807"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695" name="Shape 695"/>
            <p:cNvSpPr/>
            <p:nvPr/>
          </p:nvSpPr>
          <p:spPr>
            <a:xfrm>
              <a:off x="4102325" y="2761700"/>
              <a:ext cx="1565875" cy="1522175"/>
            </a:xfrm>
            <a:custGeom>
              <a:avLst/>
              <a:gdLst/>
              <a:ahLst/>
              <a:cxnLst/>
              <a:rect l="0" t="0" r="0" b="0"/>
              <a:pathLst>
                <a:path w="62635" h="60887" extrusionOk="0">
                  <a:moveTo>
                    <a:pt x="1748" y="1"/>
                  </a:moveTo>
                  <a:lnTo>
                    <a:pt x="0" y="2823"/>
                  </a:lnTo>
                  <a:lnTo>
                    <a:pt x="58064" y="60887"/>
                  </a:lnTo>
                  <a:lnTo>
                    <a:pt x="62634" y="60887"/>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696" name="Shape 696"/>
            <p:cNvSpPr/>
            <p:nvPr/>
          </p:nvSpPr>
          <p:spPr>
            <a:xfrm>
              <a:off x="4139275" y="2697875"/>
              <a:ext cx="1626375" cy="1586000"/>
            </a:xfrm>
            <a:custGeom>
              <a:avLst/>
              <a:gdLst/>
              <a:ahLst/>
              <a:cxnLst/>
              <a:rect l="0" t="0" r="0" b="0"/>
              <a:pathLst>
                <a:path w="65055" h="63440" extrusionOk="0">
                  <a:moveTo>
                    <a:pt x="1614" y="0"/>
                  </a:moveTo>
                  <a:lnTo>
                    <a:pt x="1" y="2957"/>
                  </a:lnTo>
                  <a:lnTo>
                    <a:pt x="60484" y="63440"/>
                  </a:lnTo>
                  <a:lnTo>
                    <a:pt x="65054" y="63440"/>
                  </a:lnTo>
                  <a:lnTo>
                    <a:pt x="1614"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697" name="Shape 697"/>
            <p:cNvSpPr/>
            <p:nvPr/>
          </p:nvSpPr>
          <p:spPr>
            <a:xfrm>
              <a:off x="4172900" y="2637375"/>
              <a:ext cx="1690175" cy="1646500"/>
            </a:xfrm>
            <a:custGeom>
              <a:avLst/>
              <a:gdLst/>
              <a:ahLst/>
              <a:cxnLst/>
              <a:rect l="0" t="0" r="0" b="0"/>
              <a:pathLst>
                <a:path w="67607" h="65860" extrusionOk="0">
                  <a:moveTo>
                    <a:pt x="1747" y="1"/>
                  </a:moveTo>
                  <a:lnTo>
                    <a:pt x="0" y="2958"/>
                  </a:lnTo>
                  <a:lnTo>
                    <a:pt x="62903" y="65860"/>
                  </a:lnTo>
                  <a:lnTo>
                    <a:pt x="67607" y="65860"/>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698" name="Shape 698"/>
            <p:cNvSpPr/>
            <p:nvPr/>
          </p:nvSpPr>
          <p:spPr>
            <a:xfrm>
              <a:off x="4209850" y="2576900"/>
              <a:ext cx="1750675" cy="1706975"/>
            </a:xfrm>
            <a:custGeom>
              <a:avLst/>
              <a:gdLst/>
              <a:ahLst/>
              <a:cxnLst/>
              <a:rect l="0" t="0" r="0" b="0"/>
              <a:pathLst>
                <a:path w="70027" h="68279" extrusionOk="0">
                  <a:moveTo>
                    <a:pt x="1613" y="1"/>
                  </a:moveTo>
                  <a:lnTo>
                    <a:pt x="0" y="2823"/>
                  </a:lnTo>
                  <a:lnTo>
                    <a:pt x="65322" y="68279"/>
                  </a:lnTo>
                  <a:lnTo>
                    <a:pt x="70027" y="68279"/>
                  </a:lnTo>
                  <a:lnTo>
                    <a:pt x="1613"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699" name="Shape 699"/>
            <p:cNvSpPr/>
            <p:nvPr/>
          </p:nvSpPr>
          <p:spPr>
            <a:xfrm>
              <a:off x="4243450" y="2513050"/>
              <a:ext cx="1814525" cy="1770825"/>
            </a:xfrm>
            <a:custGeom>
              <a:avLst/>
              <a:gdLst/>
              <a:ahLst/>
              <a:cxnLst/>
              <a:rect l="0" t="0" r="0" b="0"/>
              <a:pathLst>
                <a:path w="72581" h="70833" extrusionOk="0">
                  <a:moveTo>
                    <a:pt x="1748" y="1"/>
                  </a:moveTo>
                  <a:lnTo>
                    <a:pt x="1" y="2958"/>
                  </a:lnTo>
                  <a:lnTo>
                    <a:pt x="67876" y="70833"/>
                  </a:lnTo>
                  <a:lnTo>
                    <a:pt x="72581" y="70833"/>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700" name="Shape 700"/>
            <p:cNvSpPr/>
            <p:nvPr/>
          </p:nvSpPr>
          <p:spPr>
            <a:xfrm>
              <a:off x="4280425" y="2452575"/>
              <a:ext cx="1875000" cy="1831300"/>
            </a:xfrm>
            <a:custGeom>
              <a:avLst/>
              <a:gdLst/>
              <a:ahLst/>
              <a:cxnLst/>
              <a:rect l="0" t="0" r="0" b="0"/>
              <a:pathLst>
                <a:path w="75000" h="73252" extrusionOk="0">
                  <a:moveTo>
                    <a:pt x="1613" y="1"/>
                  </a:moveTo>
                  <a:lnTo>
                    <a:pt x="0" y="2957"/>
                  </a:lnTo>
                  <a:lnTo>
                    <a:pt x="70295" y="73252"/>
                  </a:lnTo>
                  <a:lnTo>
                    <a:pt x="74999" y="73252"/>
                  </a:lnTo>
                  <a:lnTo>
                    <a:pt x="1613"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701" name="Shape 701"/>
            <p:cNvSpPr/>
            <p:nvPr/>
          </p:nvSpPr>
          <p:spPr>
            <a:xfrm>
              <a:off x="4314025" y="2392100"/>
              <a:ext cx="1935475" cy="1891775"/>
            </a:xfrm>
            <a:custGeom>
              <a:avLst/>
              <a:gdLst/>
              <a:ahLst/>
              <a:cxnLst/>
              <a:rect l="0" t="0" r="0" b="0"/>
              <a:pathLst>
                <a:path w="77419" h="75671" extrusionOk="0">
                  <a:moveTo>
                    <a:pt x="1747" y="0"/>
                  </a:moveTo>
                  <a:lnTo>
                    <a:pt x="0" y="2957"/>
                  </a:lnTo>
                  <a:lnTo>
                    <a:pt x="72849" y="75671"/>
                  </a:lnTo>
                  <a:lnTo>
                    <a:pt x="77419" y="75671"/>
                  </a:lnTo>
                  <a:lnTo>
                    <a:pt x="1747"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702" name="Shape 702"/>
            <p:cNvSpPr/>
            <p:nvPr/>
          </p:nvSpPr>
          <p:spPr>
            <a:xfrm>
              <a:off x="4350975" y="2328250"/>
              <a:ext cx="1995975" cy="1955625"/>
            </a:xfrm>
            <a:custGeom>
              <a:avLst/>
              <a:gdLst/>
              <a:ahLst/>
              <a:cxnLst/>
              <a:rect l="0" t="0" r="0" b="0"/>
              <a:pathLst>
                <a:path w="79839" h="78225" extrusionOk="0">
                  <a:moveTo>
                    <a:pt x="1748" y="1"/>
                  </a:moveTo>
                  <a:lnTo>
                    <a:pt x="1" y="2957"/>
                  </a:lnTo>
                  <a:lnTo>
                    <a:pt x="75269" y="78225"/>
                  </a:lnTo>
                  <a:lnTo>
                    <a:pt x="79839" y="78225"/>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703" name="Shape 703"/>
            <p:cNvSpPr/>
            <p:nvPr/>
          </p:nvSpPr>
          <p:spPr>
            <a:xfrm>
              <a:off x="4384575" y="2267775"/>
              <a:ext cx="2059825" cy="2016100"/>
            </a:xfrm>
            <a:custGeom>
              <a:avLst/>
              <a:gdLst/>
              <a:ahLst/>
              <a:cxnLst/>
              <a:rect l="0" t="0" r="0" b="0"/>
              <a:pathLst>
                <a:path w="82393" h="80644" extrusionOk="0">
                  <a:moveTo>
                    <a:pt x="1748" y="0"/>
                  </a:moveTo>
                  <a:lnTo>
                    <a:pt x="1" y="2957"/>
                  </a:lnTo>
                  <a:lnTo>
                    <a:pt x="77823" y="80644"/>
                  </a:lnTo>
                  <a:lnTo>
                    <a:pt x="82392" y="80644"/>
                  </a:lnTo>
                  <a:lnTo>
                    <a:pt x="1748"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704" name="Shape 704"/>
            <p:cNvSpPr/>
            <p:nvPr/>
          </p:nvSpPr>
          <p:spPr>
            <a:xfrm>
              <a:off x="4421550" y="2207275"/>
              <a:ext cx="2120300" cy="2076600"/>
            </a:xfrm>
            <a:custGeom>
              <a:avLst/>
              <a:gdLst/>
              <a:ahLst/>
              <a:cxnLst/>
              <a:rect l="0" t="0" r="0" b="0"/>
              <a:pathLst>
                <a:path w="84812" h="83064" extrusionOk="0">
                  <a:moveTo>
                    <a:pt x="1747" y="1"/>
                  </a:moveTo>
                  <a:lnTo>
                    <a:pt x="0" y="2958"/>
                  </a:lnTo>
                  <a:lnTo>
                    <a:pt x="80107" y="83064"/>
                  </a:lnTo>
                  <a:lnTo>
                    <a:pt x="84811" y="83064"/>
                  </a:lnTo>
                  <a:lnTo>
                    <a:pt x="1747"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705" name="Shape 705"/>
            <p:cNvSpPr/>
            <p:nvPr/>
          </p:nvSpPr>
          <p:spPr>
            <a:xfrm>
              <a:off x="4458500" y="2146800"/>
              <a:ext cx="2130375" cy="2137075"/>
            </a:xfrm>
            <a:custGeom>
              <a:avLst/>
              <a:gdLst/>
              <a:ahLst/>
              <a:cxnLst/>
              <a:rect l="0" t="0" r="0" b="0"/>
              <a:pathLst>
                <a:path w="85215" h="85483" extrusionOk="0">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706" name="Shape 706"/>
            <p:cNvSpPr/>
            <p:nvPr/>
          </p:nvSpPr>
          <p:spPr>
            <a:xfrm>
              <a:off x="4492100" y="2082950"/>
              <a:ext cx="2133750" cy="2163975"/>
            </a:xfrm>
            <a:custGeom>
              <a:avLst/>
              <a:gdLst/>
              <a:ahLst/>
              <a:cxnLst/>
              <a:rect l="0" t="0" r="0" b="0"/>
              <a:pathLst>
                <a:path w="85350" h="86559" extrusionOk="0">
                  <a:moveTo>
                    <a:pt x="1748" y="1"/>
                  </a:moveTo>
                  <a:lnTo>
                    <a:pt x="1" y="2958"/>
                  </a:lnTo>
                  <a:lnTo>
                    <a:pt x="83602" y="86559"/>
                  </a:lnTo>
                  <a:lnTo>
                    <a:pt x="85349" y="83602"/>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707" name="Shape 707"/>
            <p:cNvSpPr/>
            <p:nvPr/>
          </p:nvSpPr>
          <p:spPr>
            <a:xfrm>
              <a:off x="4529075" y="2022475"/>
              <a:ext cx="2130375" cy="2163975"/>
            </a:xfrm>
            <a:custGeom>
              <a:avLst/>
              <a:gdLst/>
              <a:ahLst/>
              <a:cxnLst/>
              <a:rect l="0" t="0" r="0" b="0"/>
              <a:pathLst>
                <a:path w="85215" h="86559" extrusionOk="0">
                  <a:moveTo>
                    <a:pt x="1613" y="1"/>
                  </a:moveTo>
                  <a:lnTo>
                    <a:pt x="0" y="2957"/>
                  </a:lnTo>
                  <a:lnTo>
                    <a:pt x="83467" y="86558"/>
                  </a:lnTo>
                  <a:lnTo>
                    <a:pt x="85214" y="83601"/>
                  </a:lnTo>
                  <a:lnTo>
                    <a:pt x="1613"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708" name="Shape 708"/>
            <p:cNvSpPr/>
            <p:nvPr/>
          </p:nvSpPr>
          <p:spPr>
            <a:xfrm>
              <a:off x="4562675" y="1962000"/>
              <a:ext cx="2133725" cy="2160600"/>
            </a:xfrm>
            <a:custGeom>
              <a:avLst/>
              <a:gdLst/>
              <a:ahLst/>
              <a:cxnLst/>
              <a:rect l="0" t="0" r="0" b="0"/>
              <a:pathLst>
                <a:path w="85349" h="86424" extrusionOk="0">
                  <a:moveTo>
                    <a:pt x="1748" y="0"/>
                  </a:moveTo>
                  <a:lnTo>
                    <a:pt x="0" y="2957"/>
                  </a:lnTo>
                  <a:lnTo>
                    <a:pt x="83602" y="86424"/>
                  </a:lnTo>
                  <a:lnTo>
                    <a:pt x="85349" y="83467"/>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709" name="Shape 709"/>
            <p:cNvSpPr/>
            <p:nvPr/>
          </p:nvSpPr>
          <p:spPr>
            <a:xfrm>
              <a:off x="4599625" y="1898150"/>
              <a:ext cx="2130375" cy="2163975"/>
            </a:xfrm>
            <a:custGeom>
              <a:avLst/>
              <a:gdLst/>
              <a:ahLst/>
              <a:cxnLst/>
              <a:rect l="0" t="0" r="0" b="0"/>
              <a:pathLst>
                <a:path w="85215" h="86559" extrusionOk="0">
                  <a:moveTo>
                    <a:pt x="1614" y="0"/>
                  </a:moveTo>
                  <a:lnTo>
                    <a:pt x="1" y="2957"/>
                  </a:lnTo>
                  <a:lnTo>
                    <a:pt x="83602" y="86558"/>
                  </a:lnTo>
                  <a:lnTo>
                    <a:pt x="85215" y="83601"/>
                  </a:lnTo>
                  <a:lnTo>
                    <a:pt x="1614"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710" name="Shape 710"/>
            <p:cNvSpPr/>
            <p:nvPr/>
          </p:nvSpPr>
          <p:spPr>
            <a:xfrm>
              <a:off x="4633225" y="1837675"/>
              <a:ext cx="2133750" cy="2163950"/>
            </a:xfrm>
            <a:custGeom>
              <a:avLst/>
              <a:gdLst/>
              <a:ahLst/>
              <a:cxnLst/>
              <a:rect l="0" t="0" r="0" b="0"/>
              <a:pathLst>
                <a:path w="85350" h="86558" extrusionOk="0">
                  <a:moveTo>
                    <a:pt x="1748" y="0"/>
                  </a:moveTo>
                  <a:lnTo>
                    <a:pt x="1" y="2957"/>
                  </a:lnTo>
                  <a:lnTo>
                    <a:pt x="83602" y="86558"/>
                  </a:lnTo>
                  <a:lnTo>
                    <a:pt x="85349" y="83601"/>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711" name="Shape 711"/>
            <p:cNvSpPr/>
            <p:nvPr/>
          </p:nvSpPr>
          <p:spPr>
            <a:xfrm>
              <a:off x="4670200" y="1777175"/>
              <a:ext cx="2130375" cy="2160625"/>
            </a:xfrm>
            <a:custGeom>
              <a:avLst/>
              <a:gdLst/>
              <a:ahLst/>
              <a:cxnLst/>
              <a:rect l="0" t="0" r="0" b="0"/>
              <a:pathLst>
                <a:path w="85215" h="86425" extrusionOk="0">
                  <a:moveTo>
                    <a:pt x="1748" y="1"/>
                  </a:moveTo>
                  <a:lnTo>
                    <a:pt x="0" y="2958"/>
                  </a:lnTo>
                  <a:lnTo>
                    <a:pt x="83602" y="86424"/>
                  </a:lnTo>
                  <a:lnTo>
                    <a:pt x="85215" y="83467"/>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712" name="Shape 712"/>
            <p:cNvSpPr/>
            <p:nvPr/>
          </p:nvSpPr>
          <p:spPr>
            <a:xfrm>
              <a:off x="4707150" y="1713350"/>
              <a:ext cx="2130375" cy="2163950"/>
            </a:xfrm>
            <a:custGeom>
              <a:avLst/>
              <a:gdLst/>
              <a:ahLst/>
              <a:cxnLst/>
              <a:rect l="0" t="0" r="0" b="0"/>
              <a:pathLst>
                <a:path w="85215" h="86558" extrusionOk="0">
                  <a:moveTo>
                    <a:pt x="1614" y="0"/>
                  </a:moveTo>
                  <a:lnTo>
                    <a:pt x="1" y="2957"/>
                  </a:lnTo>
                  <a:lnTo>
                    <a:pt x="83468" y="86558"/>
                  </a:lnTo>
                  <a:lnTo>
                    <a:pt x="85215" y="83601"/>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713" name="Shape 713"/>
            <p:cNvSpPr/>
            <p:nvPr/>
          </p:nvSpPr>
          <p:spPr>
            <a:xfrm>
              <a:off x="4740750" y="1652850"/>
              <a:ext cx="2130400" cy="2163975"/>
            </a:xfrm>
            <a:custGeom>
              <a:avLst/>
              <a:gdLst/>
              <a:ahLst/>
              <a:cxnLst/>
              <a:rect l="0" t="0" r="0" b="0"/>
              <a:pathLst>
                <a:path w="85216" h="86559" extrusionOk="0">
                  <a:moveTo>
                    <a:pt x="1748" y="1"/>
                  </a:moveTo>
                  <a:lnTo>
                    <a:pt x="1" y="2958"/>
                  </a:lnTo>
                  <a:lnTo>
                    <a:pt x="83602" y="86559"/>
                  </a:lnTo>
                  <a:lnTo>
                    <a:pt x="85215" y="83602"/>
                  </a:lnTo>
                  <a:lnTo>
                    <a:pt x="1748"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714" name="Shape 714"/>
            <p:cNvSpPr/>
            <p:nvPr/>
          </p:nvSpPr>
          <p:spPr>
            <a:xfrm>
              <a:off x="4777725" y="1592375"/>
              <a:ext cx="2130375" cy="2160600"/>
            </a:xfrm>
            <a:custGeom>
              <a:avLst/>
              <a:gdLst/>
              <a:ahLst/>
              <a:cxnLst/>
              <a:rect l="0" t="0" r="0" b="0"/>
              <a:pathLst>
                <a:path w="85215" h="86424" extrusionOk="0">
                  <a:moveTo>
                    <a:pt x="1613" y="1"/>
                  </a:moveTo>
                  <a:lnTo>
                    <a:pt x="0" y="2957"/>
                  </a:lnTo>
                  <a:lnTo>
                    <a:pt x="83467" y="86424"/>
                  </a:lnTo>
                  <a:lnTo>
                    <a:pt x="85215" y="83601"/>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715" name="Shape 715"/>
            <p:cNvSpPr/>
            <p:nvPr/>
          </p:nvSpPr>
          <p:spPr>
            <a:xfrm>
              <a:off x="4811325" y="1531900"/>
              <a:ext cx="2133750" cy="2160600"/>
            </a:xfrm>
            <a:custGeom>
              <a:avLst/>
              <a:gdLst/>
              <a:ahLst/>
              <a:cxnLst/>
              <a:rect l="0" t="0" r="0" b="0"/>
              <a:pathLst>
                <a:path w="85350" h="86424" extrusionOk="0">
                  <a:moveTo>
                    <a:pt x="1748" y="0"/>
                  </a:moveTo>
                  <a:lnTo>
                    <a:pt x="0" y="2823"/>
                  </a:lnTo>
                  <a:lnTo>
                    <a:pt x="83602" y="86423"/>
                  </a:lnTo>
                  <a:lnTo>
                    <a:pt x="85349" y="83467"/>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716" name="Shape 716"/>
            <p:cNvSpPr/>
            <p:nvPr/>
          </p:nvSpPr>
          <p:spPr>
            <a:xfrm>
              <a:off x="4848275" y="1468050"/>
              <a:ext cx="2130400" cy="2163975"/>
            </a:xfrm>
            <a:custGeom>
              <a:avLst/>
              <a:gdLst/>
              <a:ahLst/>
              <a:cxnLst/>
              <a:rect l="0" t="0" r="0" b="0"/>
              <a:pathLst>
                <a:path w="85216" h="86559" extrusionOk="0">
                  <a:moveTo>
                    <a:pt x="1614" y="0"/>
                  </a:moveTo>
                  <a:lnTo>
                    <a:pt x="1" y="2957"/>
                  </a:lnTo>
                  <a:lnTo>
                    <a:pt x="83602" y="86558"/>
                  </a:lnTo>
                  <a:lnTo>
                    <a:pt x="85215" y="83601"/>
                  </a:lnTo>
                  <a:lnTo>
                    <a:pt x="1614"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717" name="Shape 717"/>
            <p:cNvSpPr/>
            <p:nvPr/>
          </p:nvSpPr>
          <p:spPr>
            <a:xfrm>
              <a:off x="4881875" y="1431100"/>
              <a:ext cx="2133750" cy="2140425"/>
            </a:xfrm>
            <a:custGeom>
              <a:avLst/>
              <a:gdLst/>
              <a:ahLst/>
              <a:cxnLst/>
              <a:rect l="0" t="0" r="0" b="0"/>
              <a:pathLst>
                <a:path w="85350" h="85617" extrusionOk="0">
                  <a:moveTo>
                    <a:pt x="1211" y="0"/>
                  </a:moveTo>
                  <a:lnTo>
                    <a:pt x="1" y="2016"/>
                  </a:lnTo>
                  <a:lnTo>
                    <a:pt x="83602" y="85617"/>
                  </a:lnTo>
                  <a:lnTo>
                    <a:pt x="85350" y="82660"/>
                  </a:lnTo>
                  <a:lnTo>
                    <a:pt x="2689"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718" name="Shape 718"/>
            <p:cNvSpPr/>
            <p:nvPr/>
          </p:nvSpPr>
          <p:spPr>
            <a:xfrm>
              <a:off x="4928925" y="1431100"/>
              <a:ext cx="2120300" cy="2076600"/>
            </a:xfrm>
            <a:custGeom>
              <a:avLst/>
              <a:gdLst/>
              <a:ahLst/>
              <a:cxnLst/>
              <a:rect l="0" t="0" r="0" b="0"/>
              <a:pathLst>
                <a:path w="84812" h="83064" extrusionOk="0">
                  <a:moveTo>
                    <a:pt x="1" y="0"/>
                  </a:moveTo>
                  <a:lnTo>
                    <a:pt x="83199" y="83063"/>
                  </a:lnTo>
                  <a:lnTo>
                    <a:pt x="84812" y="80106"/>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719" name="Shape 719"/>
            <p:cNvSpPr/>
            <p:nvPr/>
          </p:nvSpPr>
          <p:spPr>
            <a:xfrm>
              <a:off x="5026375" y="1431100"/>
              <a:ext cx="2059825" cy="2016100"/>
            </a:xfrm>
            <a:custGeom>
              <a:avLst/>
              <a:gdLst/>
              <a:ahLst/>
              <a:cxnLst/>
              <a:rect l="0" t="0" r="0" b="0"/>
              <a:pathLst>
                <a:path w="82393" h="80644" extrusionOk="0">
                  <a:moveTo>
                    <a:pt x="0" y="0"/>
                  </a:moveTo>
                  <a:lnTo>
                    <a:pt x="80645" y="80644"/>
                  </a:lnTo>
                  <a:lnTo>
                    <a:pt x="82392" y="77687"/>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720" name="Shape 720"/>
            <p:cNvSpPr/>
            <p:nvPr/>
          </p:nvSpPr>
          <p:spPr>
            <a:xfrm>
              <a:off x="5123825" y="1431100"/>
              <a:ext cx="1995975" cy="1955625"/>
            </a:xfrm>
            <a:custGeom>
              <a:avLst/>
              <a:gdLst/>
              <a:ahLst/>
              <a:cxnLst/>
              <a:rect l="0" t="0" r="0" b="0"/>
              <a:pathLst>
                <a:path w="79839" h="78225" extrusionOk="0">
                  <a:moveTo>
                    <a:pt x="0" y="0"/>
                  </a:moveTo>
                  <a:lnTo>
                    <a:pt x="78225" y="78225"/>
                  </a:lnTo>
                  <a:lnTo>
                    <a:pt x="79838" y="75268"/>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721" name="Shape 721"/>
            <p:cNvSpPr/>
            <p:nvPr/>
          </p:nvSpPr>
          <p:spPr>
            <a:xfrm>
              <a:off x="5221275" y="1431100"/>
              <a:ext cx="1935475" cy="1891775"/>
            </a:xfrm>
            <a:custGeom>
              <a:avLst/>
              <a:gdLst/>
              <a:ahLst/>
              <a:cxnLst/>
              <a:rect l="0" t="0" r="0" b="0"/>
              <a:pathLst>
                <a:path w="77419" h="75671" extrusionOk="0">
                  <a:moveTo>
                    <a:pt x="0" y="0"/>
                  </a:moveTo>
                  <a:lnTo>
                    <a:pt x="75671" y="75671"/>
                  </a:lnTo>
                  <a:lnTo>
                    <a:pt x="77419" y="72714"/>
                  </a:lnTo>
                  <a:lnTo>
                    <a:pt x="4570"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722" name="Shape 722"/>
            <p:cNvSpPr/>
            <p:nvPr/>
          </p:nvSpPr>
          <p:spPr>
            <a:xfrm>
              <a:off x="5318700" y="1431100"/>
              <a:ext cx="1875025" cy="1831300"/>
            </a:xfrm>
            <a:custGeom>
              <a:avLst/>
              <a:gdLst/>
              <a:ahLst/>
              <a:cxnLst/>
              <a:rect l="0" t="0" r="0" b="0"/>
              <a:pathLst>
                <a:path w="75001" h="73252" extrusionOk="0">
                  <a:moveTo>
                    <a:pt x="1" y="0"/>
                  </a:moveTo>
                  <a:lnTo>
                    <a:pt x="73253" y="73251"/>
                  </a:lnTo>
                  <a:lnTo>
                    <a:pt x="75000" y="70295"/>
                  </a:lnTo>
                  <a:lnTo>
                    <a:pt x="4571"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723" name="Shape 723"/>
            <p:cNvSpPr/>
            <p:nvPr/>
          </p:nvSpPr>
          <p:spPr>
            <a:xfrm>
              <a:off x="5416150" y="1431100"/>
              <a:ext cx="1811175" cy="1770825"/>
            </a:xfrm>
            <a:custGeom>
              <a:avLst/>
              <a:gdLst/>
              <a:ahLst/>
              <a:cxnLst/>
              <a:rect l="0" t="0" r="0" b="0"/>
              <a:pathLst>
                <a:path w="72447" h="70833" extrusionOk="0">
                  <a:moveTo>
                    <a:pt x="1" y="0"/>
                  </a:moveTo>
                  <a:lnTo>
                    <a:pt x="70699" y="70832"/>
                  </a:lnTo>
                  <a:lnTo>
                    <a:pt x="72446" y="67875"/>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724" name="Shape 724"/>
            <p:cNvSpPr/>
            <p:nvPr/>
          </p:nvSpPr>
          <p:spPr>
            <a:xfrm>
              <a:off x="5510250" y="1431100"/>
              <a:ext cx="1754025" cy="1706975"/>
            </a:xfrm>
            <a:custGeom>
              <a:avLst/>
              <a:gdLst/>
              <a:ahLst/>
              <a:cxnLst/>
              <a:rect l="0" t="0" r="0" b="0"/>
              <a:pathLst>
                <a:path w="70161" h="68279" extrusionOk="0">
                  <a:moveTo>
                    <a:pt x="0" y="0"/>
                  </a:moveTo>
                  <a:lnTo>
                    <a:pt x="68413" y="68278"/>
                  </a:lnTo>
                  <a:lnTo>
                    <a:pt x="70161" y="65456"/>
                  </a:lnTo>
                  <a:lnTo>
                    <a:pt x="4704"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725" name="Shape 725"/>
            <p:cNvSpPr/>
            <p:nvPr/>
          </p:nvSpPr>
          <p:spPr>
            <a:xfrm>
              <a:off x="5607675" y="1431100"/>
              <a:ext cx="1690200" cy="1646500"/>
            </a:xfrm>
            <a:custGeom>
              <a:avLst/>
              <a:gdLst/>
              <a:ahLst/>
              <a:cxnLst/>
              <a:rect l="0" t="0" r="0" b="0"/>
              <a:pathLst>
                <a:path w="67608" h="65860" extrusionOk="0">
                  <a:moveTo>
                    <a:pt x="1" y="0"/>
                  </a:moveTo>
                  <a:lnTo>
                    <a:pt x="65995" y="65859"/>
                  </a:lnTo>
                  <a:lnTo>
                    <a:pt x="67608" y="62902"/>
                  </a:lnTo>
                  <a:lnTo>
                    <a:pt x="4705"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726" name="Shape 726"/>
            <p:cNvSpPr/>
            <p:nvPr/>
          </p:nvSpPr>
          <p:spPr>
            <a:xfrm>
              <a:off x="5705125" y="1431100"/>
              <a:ext cx="1629725" cy="1586000"/>
            </a:xfrm>
            <a:custGeom>
              <a:avLst/>
              <a:gdLst/>
              <a:ahLst/>
              <a:cxnLst/>
              <a:rect l="0" t="0" r="0" b="0"/>
              <a:pathLst>
                <a:path w="65189" h="63440" extrusionOk="0">
                  <a:moveTo>
                    <a:pt x="1" y="0"/>
                  </a:moveTo>
                  <a:lnTo>
                    <a:pt x="63441" y="63440"/>
                  </a:lnTo>
                  <a:lnTo>
                    <a:pt x="65188" y="60483"/>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727" name="Shape 727"/>
            <p:cNvSpPr/>
            <p:nvPr/>
          </p:nvSpPr>
          <p:spPr>
            <a:xfrm>
              <a:off x="5802575" y="1431100"/>
              <a:ext cx="1565875" cy="1525525"/>
            </a:xfrm>
            <a:custGeom>
              <a:avLst/>
              <a:gdLst/>
              <a:ahLst/>
              <a:cxnLst/>
              <a:rect l="0" t="0" r="0" b="0"/>
              <a:pathLst>
                <a:path w="62635" h="61021" extrusionOk="0">
                  <a:moveTo>
                    <a:pt x="1" y="0"/>
                  </a:moveTo>
                  <a:lnTo>
                    <a:pt x="61021" y="61020"/>
                  </a:lnTo>
                  <a:lnTo>
                    <a:pt x="62634" y="58064"/>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728" name="Shape 728"/>
            <p:cNvSpPr/>
            <p:nvPr/>
          </p:nvSpPr>
          <p:spPr>
            <a:xfrm>
              <a:off x="5900025" y="1431100"/>
              <a:ext cx="1481850" cy="1461675"/>
            </a:xfrm>
            <a:custGeom>
              <a:avLst/>
              <a:gdLst/>
              <a:ahLst/>
              <a:cxnLst/>
              <a:rect l="0" t="0" r="0" b="0"/>
              <a:pathLst>
                <a:path w="59274" h="58467" extrusionOk="0">
                  <a:moveTo>
                    <a:pt x="0" y="0"/>
                  </a:moveTo>
                  <a:lnTo>
                    <a:pt x="58468" y="58467"/>
                  </a:lnTo>
                  <a:lnTo>
                    <a:pt x="59274" y="57123"/>
                  </a:lnTo>
                  <a:lnTo>
                    <a:pt x="56048" y="51478"/>
                  </a:lnTo>
                  <a:lnTo>
                    <a:pt x="4570"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729" name="Shape 729"/>
            <p:cNvSpPr/>
            <p:nvPr/>
          </p:nvSpPr>
          <p:spPr>
            <a:xfrm>
              <a:off x="5997475" y="1431100"/>
              <a:ext cx="1307125" cy="1297025"/>
            </a:xfrm>
            <a:custGeom>
              <a:avLst/>
              <a:gdLst/>
              <a:ahLst/>
              <a:cxnLst/>
              <a:rect l="0" t="0" r="0" b="0"/>
              <a:pathLst>
                <a:path w="52285" h="51881" extrusionOk="0">
                  <a:moveTo>
                    <a:pt x="0" y="0"/>
                  </a:moveTo>
                  <a:lnTo>
                    <a:pt x="51747" y="51881"/>
                  </a:lnTo>
                  <a:lnTo>
                    <a:pt x="52285" y="51478"/>
                  </a:lnTo>
                  <a:lnTo>
                    <a:pt x="46908"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730" name="Shape 730"/>
            <p:cNvSpPr/>
            <p:nvPr/>
          </p:nvSpPr>
          <p:spPr>
            <a:xfrm>
              <a:off x="6094900" y="1431100"/>
              <a:ext cx="1075300" cy="1065175"/>
            </a:xfrm>
            <a:custGeom>
              <a:avLst/>
              <a:gdLst/>
              <a:ahLst/>
              <a:cxnLst/>
              <a:rect l="0" t="0" r="0" b="0"/>
              <a:pathLst>
                <a:path w="43012" h="42607" extrusionOk="0">
                  <a:moveTo>
                    <a:pt x="1" y="0"/>
                  </a:moveTo>
                  <a:lnTo>
                    <a:pt x="42608" y="42607"/>
                  </a:lnTo>
                  <a:lnTo>
                    <a:pt x="43011" y="42338"/>
                  </a:lnTo>
                  <a:lnTo>
                    <a:pt x="37769" y="33064"/>
                  </a:lnTo>
                  <a:lnTo>
                    <a:pt x="4571"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731" name="Shape 731"/>
            <p:cNvSpPr/>
            <p:nvPr/>
          </p:nvSpPr>
          <p:spPr>
            <a:xfrm>
              <a:off x="6189000" y="1431100"/>
              <a:ext cx="850150" cy="836700"/>
            </a:xfrm>
            <a:custGeom>
              <a:avLst/>
              <a:gdLst/>
              <a:ahLst/>
              <a:cxnLst/>
              <a:rect l="0" t="0" r="0" b="0"/>
              <a:pathLst>
                <a:path w="34006" h="33468" extrusionOk="0">
                  <a:moveTo>
                    <a:pt x="0" y="0"/>
                  </a:moveTo>
                  <a:lnTo>
                    <a:pt x="33602" y="33467"/>
                  </a:lnTo>
                  <a:lnTo>
                    <a:pt x="34005" y="33198"/>
                  </a:lnTo>
                  <a:lnTo>
                    <a:pt x="28629" y="23924"/>
                  </a:lnTo>
                  <a:lnTo>
                    <a:pt x="4705"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732" name="Shape 732"/>
            <p:cNvSpPr/>
            <p:nvPr/>
          </p:nvSpPr>
          <p:spPr>
            <a:xfrm>
              <a:off x="6286450" y="1431100"/>
              <a:ext cx="618300" cy="608200"/>
            </a:xfrm>
            <a:custGeom>
              <a:avLst/>
              <a:gdLst/>
              <a:ahLst/>
              <a:cxnLst/>
              <a:rect l="0" t="0" r="0" b="0"/>
              <a:pathLst>
                <a:path w="24732" h="24328" extrusionOk="0">
                  <a:moveTo>
                    <a:pt x="0" y="0"/>
                  </a:moveTo>
                  <a:lnTo>
                    <a:pt x="24328" y="24328"/>
                  </a:lnTo>
                  <a:lnTo>
                    <a:pt x="24731" y="23924"/>
                  </a:lnTo>
                  <a:lnTo>
                    <a:pt x="19489" y="14785"/>
                  </a:lnTo>
                  <a:lnTo>
                    <a:pt x="4704"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733" name="Shape 733"/>
            <p:cNvSpPr/>
            <p:nvPr/>
          </p:nvSpPr>
          <p:spPr>
            <a:xfrm>
              <a:off x="6383900" y="1431100"/>
              <a:ext cx="389800" cy="376350"/>
            </a:xfrm>
            <a:custGeom>
              <a:avLst/>
              <a:gdLst/>
              <a:ahLst/>
              <a:cxnLst/>
              <a:rect l="0" t="0" r="0" b="0"/>
              <a:pathLst>
                <a:path w="15592" h="15054" extrusionOk="0">
                  <a:moveTo>
                    <a:pt x="0" y="0"/>
                  </a:moveTo>
                  <a:lnTo>
                    <a:pt x="15188" y="15054"/>
                  </a:lnTo>
                  <a:lnTo>
                    <a:pt x="15591" y="14785"/>
                  </a:lnTo>
                  <a:lnTo>
                    <a:pt x="10215"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734" name="Shape 734"/>
            <p:cNvSpPr/>
            <p:nvPr/>
          </p:nvSpPr>
          <p:spPr>
            <a:xfrm>
              <a:off x="6481325" y="1431100"/>
              <a:ext cx="157950" cy="147850"/>
            </a:xfrm>
            <a:custGeom>
              <a:avLst/>
              <a:gdLst/>
              <a:ahLst/>
              <a:cxnLst/>
              <a:rect l="0" t="0" r="0" b="0"/>
              <a:pathLst>
                <a:path w="6318" h="5914" extrusionOk="0">
                  <a:moveTo>
                    <a:pt x="1" y="0"/>
                  </a:moveTo>
                  <a:lnTo>
                    <a:pt x="5915" y="5914"/>
                  </a:lnTo>
                  <a:lnTo>
                    <a:pt x="6318" y="5645"/>
                  </a:lnTo>
                  <a:lnTo>
                    <a:pt x="3092"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735" name="Shape 735"/>
          <p:cNvSpPr/>
          <p:nvPr/>
        </p:nvSpPr>
        <p:spPr>
          <a:xfrm rot="10800000" flipH="1">
            <a:off x="-123825" y="1058975"/>
            <a:ext cx="819899" cy="710099"/>
          </a:xfrm>
          <a:prstGeom prst="hexagon">
            <a:avLst>
              <a:gd name="adj" fmla="val 28678"/>
              <a:gd name="vf" fmla="val 115470"/>
            </a:avLst>
          </a:prstGeom>
          <a:noFill/>
          <a:ln w="9525" cap="flat"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36" name="Shape 736"/>
          <p:cNvSpPr/>
          <p:nvPr/>
        </p:nvSpPr>
        <p:spPr>
          <a:xfrm rot="10800000" flipH="1">
            <a:off x="638174" y="1440099"/>
            <a:ext cx="428700" cy="371100"/>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737" name="Shape 737"/>
          <p:cNvSpPr/>
          <p:nvPr/>
        </p:nvSpPr>
        <p:spPr>
          <a:xfrm rot="10800000" flipH="1">
            <a:off x="1495424" y="-131649"/>
            <a:ext cx="819899" cy="710099"/>
          </a:xfrm>
          <a:prstGeom prst="hexagon">
            <a:avLst>
              <a:gd name="adj" fmla="val 28678"/>
              <a:gd name="vf" fmla="val 115470"/>
            </a:avLst>
          </a:prstGeom>
          <a:noFill/>
          <a:ln w="76200" cap="flat" cmpd="sng">
            <a:solidFill>
              <a:srgbClr val="184769"/>
            </a:solidFill>
            <a:prstDash val="solid"/>
            <a:miter/>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38" name="Shape 738"/>
          <p:cNvSpPr/>
          <p:nvPr/>
        </p:nvSpPr>
        <p:spPr>
          <a:xfrm rot="10800000" flipH="1">
            <a:off x="327799" y="88924"/>
            <a:ext cx="358799" cy="310500"/>
          </a:xfrm>
          <a:prstGeom prst="hexagon">
            <a:avLst>
              <a:gd name="adj" fmla="val 28678"/>
              <a:gd name="vf" fmla="val 115470"/>
            </a:avLst>
          </a:prstGeom>
          <a:solidFill>
            <a:srgbClr val="00E1C6"/>
          </a:solidFill>
          <a:ln>
            <a:noFill/>
          </a:ln>
        </p:spPr>
        <p:txBody>
          <a:bodyPr lIns="91425" tIns="91425" rIns="91425" bIns="91425" anchor="ctr" anchorCtr="0">
            <a:noAutofit/>
          </a:bodyPr>
          <a:lstStyle/>
          <a:p>
            <a:pPr lvl="0">
              <a:spcBef>
                <a:spcPts val="0"/>
              </a:spcBef>
              <a:buNone/>
            </a:pPr>
            <a:endParaRPr/>
          </a:p>
        </p:txBody>
      </p:sp>
      <p:grpSp>
        <p:nvGrpSpPr>
          <p:cNvPr id="739" name="Shape 739"/>
          <p:cNvGrpSpPr/>
          <p:nvPr/>
        </p:nvGrpSpPr>
        <p:grpSpPr>
          <a:xfrm>
            <a:off x="1729783" y="61067"/>
            <a:ext cx="351203" cy="324660"/>
            <a:chOff x="5975075" y="2327500"/>
            <a:chExt cx="420100" cy="388350"/>
          </a:xfrm>
        </p:grpSpPr>
        <p:sp>
          <p:nvSpPr>
            <p:cNvPr id="740" name="Shape 740"/>
            <p:cNvSpPr/>
            <p:nvPr/>
          </p:nvSpPr>
          <p:spPr>
            <a:xfrm>
              <a:off x="5975075" y="2474650"/>
              <a:ext cx="98325" cy="220450"/>
            </a:xfrm>
            <a:custGeom>
              <a:avLst/>
              <a:gdLst/>
              <a:ahLst/>
              <a:cxnLst/>
              <a:rect l="0" t="0" r="0" b="0"/>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741" name="Shape 741"/>
            <p:cNvSpPr/>
            <p:nvPr/>
          </p:nvSpPr>
          <p:spPr>
            <a:xfrm>
              <a:off x="6088025" y="2327500"/>
              <a:ext cx="307150" cy="388350"/>
            </a:xfrm>
            <a:custGeom>
              <a:avLst/>
              <a:gdLst/>
              <a:ahLst/>
              <a:cxnLst/>
              <a:rect l="0" t="0" r="0" b="0"/>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742" name="Shape 742"/>
          <p:cNvSpPr/>
          <p:nvPr/>
        </p:nvSpPr>
        <p:spPr>
          <a:xfrm>
            <a:off x="203100" y="1270176"/>
            <a:ext cx="166061" cy="287704"/>
          </a:xfrm>
          <a:custGeom>
            <a:avLst/>
            <a:gdLst/>
            <a:ahLst/>
            <a:cxnLst/>
            <a:rect l="0" t="0" r="0" b="0"/>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grpSp>
        <p:nvGrpSpPr>
          <p:cNvPr id="743" name="Shape 743"/>
          <p:cNvGrpSpPr/>
          <p:nvPr/>
        </p:nvGrpSpPr>
        <p:grpSpPr>
          <a:xfrm>
            <a:off x="904276" y="515192"/>
            <a:ext cx="382958" cy="607110"/>
            <a:chOff x="6718575" y="2318625"/>
            <a:chExt cx="256950" cy="407375"/>
          </a:xfrm>
        </p:grpSpPr>
        <p:sp>
          <p:nvSpPr>
            <p:cNvPr id="744" name="Shape 744"/>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45" name="Shape 745"/>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46" name="Shape 746"/>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47" name="Shape 747"/>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48" name="Shape 748"/>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49" name="Shape 749"/>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50" name="Shape 750"/>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51" name="Shape 751"/>
            <p:cNvSpPr/>
            <p:nvPr/>
          </p:nvSpPr>
          <p:spPr>
            <a:xfrm>
              <a:off x="6795900" y="2628550"/>
              <a:ext cx="102300" cy="25"/>
            </a:xfrm>
            <a:custGeom>
              <a:avLst/>
              <a:gdLst/>
              <a:ahLst/>
              <a:cxnLst/>
              <a:rect l="0" t="0" r="0" b="0"/>
              <a:pathLst>
                <a:path w="4092" h="1" fill="none" extrusionOk="0">
                  <a:moveTo>
                    <a:pt x="0" y="1"/>
                  </a:moveTo>
                  <a:lnTo>
                    <a:pt x="4092" y="1"/>
                  </a:lnTo>
                </a:path>
              </a:pathLst>
            </a:custGeom>
            <a:noFill/>
            <a:ln w="12175" cap="rnd"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nvGrpSpPr>
          <p:cNvPr id="752" name="Shape 752"/>
          <p:cNvGrpSpPr/>
          <p:nvPr/>
        </p:nvGrpSpPr>
        <p:grpSpPr>
          <a:xfrm>
            <a:off x="335759" y="1840530"/>
            <a:ext cx="342881" cy="350068"/>
            <a:chOff x="3951850" y="2985350"/>
            <a:chExt cx="407950" cy="416500"/>
          </a:xfrm>
        </p:grpSpPr>
        <p:sp>
          <p:nvSpPr>
            <p:cNvPr id="753" name="Shape 753"/>
            <p:cNvSpPr/>
            <p:nvPr/>
          </p:nvSpPr>
          <p:spPr>
            <a:xfrm>
              <a:off x="3951850" y="2985350"/>
              <a:ext cx="314800" cy="314825"/>
            </a:xfrm>
            <a:custGeom>
              <a:avLst/>
              <a:gdLst/>
              <a:ahLst/>
              <a:cxnLst/>
              <a:rect l="0" t="0" r="0" b="0"/>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54" name="Shape 754"/>
            <p:cNvSpPr/>
            <p:nvPr/>
          </p:nvSpPr>
          <p:spPr>
            <a:xfrm>
              <a:off x="3988375" y="3021875"/>
              <a:ext cx="241750" cy="241750"/>
            </a:xfrm>
            <a:custGeom>
              <a:avLst/>
              <a:gdLst/>
              <a:ahLst/>
              <a:cxnLst/>
              <a:rect l="0" t="0" r="0" b="0"/>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55" name="Shape 755"/>
            <p:cNvSpPr/>
            <p:nvPr/>
          </p:nvSpPr>
          <p:spPr>
            <a:xfrm>
              <a:off x="4024300" y="3058425"/>
              <a:ext cx="84650" cy="84650"/>
            </a:xfrm>
            <a:custGeom>
              <a:avLst/>
              <a:gdLst/>
              <a:ahLst/>
              <a:cxnLst/>
              <a:rect l="0" t="0" r="0" b="0"/>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56" name="Shape 756"/>
            <p:cNvSpPr/>
            <p:nvPr/>
          </p:nvSpPr>
          <p:spPr>
            <a:xfrm>
              <a:off x="4205750" y="3248375"/>
              <a:ext cx="154050" cy="153475"/>
            </a:xfrm>
            <a:custGeom>
              <a:avLst/>
              <a:gdLst/>
              <a:ahLst/>
              <a:cxnLst/>
              <a:rect l="0" t="0" r="0" b="0"/>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grpSp>
        <p:nvGrpSpPr>
          <p:cNvPr id="757" name="Shape 757"/>
          <p:cNvGrpSpPr/>
          <p:nvPr/>
        </p:nvGrpSpPr>
        <p:grpSpPr>
          <a:xfrm rot="10800000" flipH="1">
            <a:off x="7663686" y="3682711"/>
            <a:ext cx="1034724" cy="895486"/>
            <a:chOff x="238125" y="1431100"/>
            <a:chExt cx="3296350" cy="2852775"/>
          </a:xfrm>
        </p:grpSpPr>
        <p:sp>
          <p:nvSpPr>
            <p:cNvPr id="758" name="Shape 758"/>
            <p:cNvSpPr/>
            <p:nvPr/>
          </p:nvSpPr>
          <p:spPr>
            <a:xfrm>
              <a:off x="980725" y="4136025"/>
              <a:ext cx="157950" cy="147850"/>
            </a:xfrm>
            <a:custGeom>
              <a:avLst/>
              <a:gdLst/>
              <a:ahLst/>
              <a:cxnLst/>
              <a:rect l="0" t="0" r="0" b="0"/>
              <a:pathLst>
                <a:path w="6318" h="5914" extrusionOk="0">
                  <a:moveTo>
                    <a:pt x="403" y="0"/>
                  </a:moveTo>
                  <a:lnTo>
                    <a:pt x="0" y="269"/>
                  </a:lnTo>
                  <a:lnTo>
                    <a:pt x="3226" y="5914"/>
                  </a:lnTo>
                  <a:lnTo>
                    <a:pt x="6317" y="5914"/>
                  </a:lnTo>
                  <a:lnTo>
                    <a:pt x="403"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759" name="Shape 759"/>
            <p:cNvSpPr/>
            <p:nvPr/>
          </p:nvSpPr>
          <p:spPr>
            <a:xfrm>
              <a:off x="849675" y="3907525"/>
              <a:ext cx="386425" cy="376350"/>
            </a:xfrm>
            <a:custGeom>
              <a:avLst/>
              <a:gdLst/>
              <a:ahLst/>
              <a:cxnLst/>
              <a:rect l="0" t="0" r="0" b="0"/>
              <a:pathLst>
                <a:path w="15457" h="15054" extrusionOk="0">
                  <a:moveTo>
                    <a:pt x="403" y="0"/>
                  </a:moveTo>
                  <a:lnTo>
                    <a:pt x="0" y="269"/>
                  </a:lnTo>
                  <a:lnTo>
                    <a:pt x="5242" y="9543"/>
                  </a:lnTo>
                  <a:lnTo>
                    <a:pt x="10887" y="15054"/>
                  </a:lnTo>
                  <a:lnTo>
                    <a:pt x="15457" y="15054"/>
                  </a:lnTo>
                  <a:lnTo>
                    <a:pt x="403"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760" name="Shape 760"/>
            <p:cNvSpPr/>
            <p:nvPr/>
          </p:nvSpPr>
          <p:spPr>
            <a:xfrm>
              <a:off x="715250" y="3675675"/>
              <a:ext cx="618300" cy="608200"/>
            </a:xfrm>
            <a:custGeom>
              <a:avLst/>
              <a:gdLst/>
              <a:ahLst/>
              <a:cxnLst/>
              <a:rect l="0" t="0" r="0" b="0"/>
              <a:pathLst>
                <a:path w="24732" h="24328" extrusionOk="0">
                  <a:moveTo>
                    <a:pt x="404" y="0"/>
                  </a:moveTo>
                  <a:lnTo>
                    <a:pt x="1" y="404"/>
                  </a:lnTo>
                  <a:lnTo>
                    <a:pt x="5377" y="9543"/>
                  </a:lnTo>
                  <a:lnTo>
                    <a:pt x="20162"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761" name="Shape 761"/>
            <p:cNvSpPr/>
            <p:nvPr/>
          </p:nvSpPr>
          <p:spPr>
            <a:xfrm>
              <a:off x="584200" y="3447175"/>
              <a:ext cx="846800" cy="836700"/>
            </a:xfrm>
            <a:custGeom>
              <a:avLst/>
              <a:gdLst/>
              <a:ahLst/>
              <a:cxnLst/>
              <a:rect l="0" t="0" r="0" b="0"/>
              <a:pathLst>
                <a:path w="33872" h="33468" extrusionOk="0">
                  <a:moveTo>
                    <a:pt x="404" y="1"/>
                  </a:moveTo>
                  <a:lnTo>
                    <a:pt x="1" y="270"/>
                  </a:lnTo>
                  <a:lnTo>
                    <a:pt x="5243" y="9544"/>
                  </a:lnTo>
                  <a:lnTo>
                    <a:pt x="29167" y="33468"/>
                  </a:lnTo>
                  <a:lnTo>
                    <a:pt x="33872"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762" name="Shape 762"/>
            <p:cNvSpPr/>
            <p:nvPr/>
          </p:nvSpPr>
          <p:spPr>
            <a:xfrm>
              <a:off x="449800" y="3218700"/>
              <a:ext cx="1078650" cy="1065175"/>
            </a:xfrm>
            <a:custGeom>
              <a:avLst/>
              <a:gdLst/>
              <a:ahLst/>
              <a:cxnLst/>
              <a:rect l="0" t="0" r="0" b="0"/>
              <a:pathLst>
                <a:path w="43146" h="42607" extrusionOk="0">
                  <a:moveTo>
                    <a:pt x="404" y="0"/>
                  </a:moveTo>
                  <a:lnTo>
                    <a:pt x="1"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763" name="Shape 763"/>
            <p:cNvSpPr/>
            <p:nvPr/>
          </p:nvSpPr>
          <p:spPr>
            <a:xfrm>
              <a:off x="318750" y="2990200"/>
              <a:ext cx="1307150" cy="1293675"/>
            </a:xfrm>
            <a:custGeom>
              <a:avLst/>
              <a:gdLst/>
              <a:ahLst/>
              <a:cxnLst/>
              <a:rect l="0" t="0" r="0" b="0"/>
              <a:pathLst>
                <a:path w="52286" h="51747" extrusionOk="0">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764" name="Shape 764"/>
            <p:cNvSpPr/>
            <p:nvPr/>
          </p:nvSpPr>
          <p:spPr>
            <a:xfrm>
              <a:off x="1286500" y="3964650"/>
              <a:ext cx="436850" cy="319225"/>
            </a:xfrm>
            <a:custGeom>
              <a:avLst/>
              <a:gdLst/>
              <a:ahLst/>
              <a:cxnLst/>
              <a:rect l="0" t="0" r="0" b="0"/>
              <a:pathLst>
                <a:path w="17474" h="12769" extrusionOk="0">
                  <a:moveTo>
                    <a:pt x="0" y="0"/>
                  </a:moveTo>
                  <a:lnTo>
                    <a:pt x="12769" y="12769"/>
                  </a:lnTo>
                  <a:lnTo>
                    <a:pt x="17473" y="12769"/>
                  </a:lnTo>
                  <a:lnTo>
                    <a:pt x="4704"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765" name="Shape 765"/>
            <p:cNvSpPr/>
            <p:nvPr/>
          </p:nvSpPr>
          <p:spPr>
            <a:xfrm>
              <a:off x="238125" y="2822200"/>
              <a:ext cx="924075" cy="1008075"/>
            </a:xfrm>
            <a:custGeom>
              <a:avLst/>
              <a:gdLst/>
              <a:ahLst/>
              <a:cxnLst/>
              <a:rect l="0" t="0" r="0" b="0"/>
              <a:pathLst>
                <a:path w="36963" h="40323" extrusionOk="0">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766" name="Shape 766"/>
            <p:cNvSpPr/>
            <p:nvPr/>
          </p:nvSpPr>
          <p:spPr>
            <a:xfrm>
              <a:off x="138392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767" name="Shape 767"/>
            <p:cNvSpPr/>
            <p:nvPr/>
          </p:nvSpPr>
          <p:spPr>
            <a:xfrm>
              <a:off x="251550" y="2761700"/>
              <a:ext cx="779600" cy="840075"/>
            </a:xfrm>
            <a:custGeom>
              <a:avLst/>
              <a:gdLst/>
              <a:ahLst/>
              <a:cxnLst/>
              <a:rect l="0" t="0" r="0" b="0"/>
              <a:pathLst>
                <a:path w="31184" h="33603" extrusionOk="0">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768" name="Shape 768"/>
            <p:cNvSpPr/>
            <p:nvPr/>
          </p:nvSpPr>
          <p:spPr>
            <a:xfrm>
              <a:off x="288525" y="2697875"/>
              <a:ext cx="608200" cy="675400"/>
            </a:xfrm>
            <a:custGeom>
              <a:avLst/>
              <a:gdLst/>
              <a:ahLst/>
              <a:cxnLst/>
              <a:rect l="0" t="0" r="0" b="0"/>
              <a:pathLst>
                <a:path w="24328" h="27016" extrusionOk="0">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769" name="Shape 769"/>
            <p:cNvSpPr/>
            <p:nvPr/>
          </p:nvSpPr>
          <p:spPr>
            <a:xfrm>
              <a:off x="1481375" y="396465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770" name="Shape 770"/>
            <p:cNvSpPr/>
            <p:nvPr/>
          </p:nvSpPr>
          <p:spPr>
            <a:xfrm>
              <a:off x="1578825" y="3964650"/>
              <a:ext cx="433500" cy="319225"/>
            </a:xfrm>
            <a:custGeom>
              <a:avLst/>
              <a:gdLst/>
              <a:ahLst/>
              <a:cxnLst/>
              <a:rect l="0" t="0" r="0" b="0"/>
              <a:pathLst>
                <a:path w="17340" h="12769" extrusionOk="0">
                  <a:moveTo>
                    <a:pt x="1" y="0"/>
                  </a:moveTo>
                  <a:lnTo>
                    <a:pt x="12769" y="12769"/>
                  </a:lnTo>
                  <a:lnTo>
                    <a:pt x="17339" y="12769"/>
                  </a:lnTo>
                  <a:lnTo>
                    <a:pt x="4570" y="0"/>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771" name="Shape 771"/>
            <p:cNvSpPr/>
            <p:nvPr/>
          </p:nvSpPr>
          <p:spPr>
            <a:xfrm>
              <a:off x="322125" y="2637375"/>
              <a:ext cx="443550" cy="504050"/>
            </a:xfrm>
            <a:custGeom>
              <a:avLst/>
              <a:gdLst/>
              <a:ahLst/>
              <a:cxnLst/>
              <a:rect l="0" t="0" r="0" b="0"/>
              <a:pathLst>
                <a:path w="17742" h="20162" extrusionOk="0">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772" name="Shape 772"/>
            <p:cNvSpPr/>
            <p:nvPr/>
          </p:nvSpPr>
          <p:spPr>
            <a:xfrm>
              <a:off x="359075" y="2576900"/>
              <a:ext cx="275575" cy="336050"/>
            </a:xfrm>
            <a:custGeom>
              <a:avLst/>
              <a:gdLst/>
              <a:ahLst/>
              <a:cxnLst/>
              <a:rect l="0" t="0" r="0" b="0"/>
              <a:pathLst>
                <a:path w="11023" h="13442" extrusionOk="0">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773" name="Shape 773"/>
            <p:cNvSpPr/>
            <p:nvPr/>
          </p:nvSpPr>
          <p:spPr>
            <a:xfrm>
              <a:off x="1676275" y="396465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774" name="Shape 774"/>
            <p:cNvSpPr/>
            <p:nvPr/>
          </p:nvSpPr>
          <p:spPr>
            <a:xfrm>
              <a:off x="392675" y="2513050"/>
              <a:ext cx="275575" cy="309175"/>
            </a:xfrm>
            <a:custGeom>
              <a:avLst/>
              <a:gdLst/>
              <a:ahLst/>
              <a:cxnLst/>
              <a:rect l="0" t="0" r="0" b="0"/>
              <a:pathLst>
                <a:path w="11023" h="12367" extrusionOk="0">
                  <a:moveTo>
                    <a:pt x="1748" y="1"/>
                  </a:moveTo>
                  <a:lnTo>
                    <a:pt x="1" y="2958"/>
                  </a:lnTo>
                  <a:lnTo>
                    <a:pt x="9409" y="12366"/>
                  </a:lnTo>
                  <a:lnTo>
                    <a:pt x="11022" y="9409"/>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775" name="Shape 775"/>
            <p:cNvSpPr/>
            <p:nvPr/>
          </p:nvSpPr>
          <p:spPr>
            <a:xfrm>
              <a:off x="1773725" y="3964650"/>
              <a:ext cx="433475" cy="319225"/>
            </a:xfrm>
            <a:custGeom>
              <a:avLst/>
              <a:gdLst/>
              <a:ahLst/>
              <a:cxnLst/>
              <a:rect l="0" t="0" r="0" b="0"/>
              <a:pathLst>
                <a:path w="17339" h="12769" extrusionOk="0">
                  <a:moveTo>
                    <a:pt x="0" y="0"/>
                  </a:moveTo>
                  <a:lnTo>
                    <a:pt x="12634" y="12769"/>
                  </a:lnTo>
                  <a:lnTo>
                    <a:pt x="17339" y="12769"/>
                  </a:lnTo>
                  <a:lnTo>
                    <a:pt x="4570" y="0"/>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776" name="Shape 776"/>
            <p:cNvSpPr/>
            <p:nvPr/>
          </p:nvSpPr>
          <p:spPr>
            <a:xfrm>
              <a:off x="429650" y="24525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777" name="Shape 777"/>
            <p:cNvSpPr/>
            <p:nvPr/>
          </p:nvSpPr>
          <p:spPr>
            <a:xfrm>
              <a:off x="1871150" y="3964650"/>
              <a:ext cx="433500" cy="319225"/>
            </a:xfrm>
            <a:custGeom>
              <a:avLst/>
              <a:gdLst/>
              <a:ahLst/>
              <a:cxnLst/>
              <a:rect l="0" t="0" r="0" b="0"/>
              <a:pathLst>
                <a:path w="17340" h="12769" extrusionOk="0">
                  <a:moveTo>
                    <a:pt x="1" y="0"/>
                  </a:moveTo>
                  <a:lnTo>
                    <a:pt x="12635" y="12769"/>
                  </a:lnTo>
                  <a:lnTo>
                    <a:pt x="17340" y="12769"/>
                  </a:lnTo>
                  <a:lnTo>
                    <a:pt x="4571" y="0"/>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778" name="Shape 778"/>
            <p:cNvSpPr/>
            <p:nvPr/>
          </p:nvSpPr>
          <p:spPr>
            <a:xfrm>
              <a:off x="1965250" y="3964650"/>
              <a:ext cx="436850" cy="319225"/>
            </a:xfrm>
            <a:custGeom>
              <a:avLst/>
              <a:gdLst/>
              <a:ahLst/>
              <a:cxnLst/>
              <a:rect l="0" t="0" r="0" b="0"/>
              <a:pathLst>
                <a:path w="17474" h="12769" extrusionOk="0">
                  <a:moveTo>
                    <a:pt x="0" y="0"/>
                  </a:moveTo>
                  <a:lnTo>
                    <a:pt x="12769" y="12769"/>
                  </a:lnTo>
                  <a:lnTo>
                    <a:pt x="17473" y="12769"/>
                  </a:lnTo>
                  <a:lnTo>
                    <a:pt x="4705"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779" name="Shape 779"/>
            <p:cNvSpPr/>
            <p:nvPr/>
          </p:nvSpPr>
          <p:spPr>
            <a:xfrm>
              <a:off x="466600" y="23921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780" name="Shape 780"/>
            <p:cNvSpPr/>
            <p:nvPr/>
          </p:nvSpPr>
          <p:spPr>
            <a:xfrm>
              <a:off x="206270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781" name="Shape 781"/>
            <p:cNvSpPr/>
            <p:nvPr/>
          </p:nvSpPr>
          <p:spPr>
            <a:xfrm>
              <a:off x="500200" y="2328250"/>
              <a:ext cx="275575" cy="309150"/>
            </a:xfrm>
            <a:custGeom>
              <a:avLst/>
              <a:gdLst/>
              <a:ahLst/>
              <a:cxnLst/>
              <a:rect l="0" t="0" r="0" b="0"/>
              <a:pathLst>
                <a:path w="11023" h="12366" extrusionOk="0">
                  <a:moveTo>
                    <a:pt x="1748" y="1"/>
                  </a:moveTo>
                  <a:lnTo>
                    <a:pt x="1" y="2957"/>
                  </a:lnTo>
                  <a:lnTo>
                    <a:pt x="9275" y="12366"/>
                  </a:lnTo>
                  <a:lnTo>
                    <a:pt x="11022" y="9409"/>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782" name="Shape 782"/>
            <p:cNvSpPr/>
            <p:nvPr/>
          </p:nvSpPr>
          <p:spPr>
            <a:xfrm>
              <a:off x="537175" y="2267775"/>
              <a:ext cx="275550" cy="305800"/>
            </a:xfrm>
            <a:custGeom>
              <a:avLst/>
              <a:gdLst/>
              <a:ahLst/>
              <a:cxnLst/>
              <a:rect l="0" t="0" r="0" b="0"/>
              <a:pathLst>
                <a:path w="11022" h="12232" extrusionOk="0">
                  <a:moveTo>
                    <a:pt x="1613" y="0"/>
                  </a:moveTo>
                  <a:lnTo>
                    <a:pt x="0" y="2957"/>
                  </a:lnTo>
                  <a:lnTo>
                    <a:pt x="9274" y="12231"/>
                  </a:lnTo>
                  <a:lnTo>
                    <a:pt x="11022" y="9274"/>
                  </a:lnTo>
                  <a:lnTo>
                    <a:pt x="1613"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783" name="Shape 783"/>
            <p:cNvSpPr/>
            <p:nvPr/>
          </p:nvSpPr>
          <p:spPr>
            <a:xfrm>
              <a:off x="216015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784" name="Shape 784"/>
            <p:cNvSpPr/>
            <p:nvPr/>
          </p:nvSpPr>
          <p:spPr>
            <a:xfrm>
              <a:off x="570775" y="2207275"/>
              <a:ext cx="275550" cy="305800"/>
            </a:xfrm>
            <a:custGeom>
              <a:avLst/>
              <a:gdLst/>
              <a:ahLst/>
              <a:cxnLst/>
              <a:rect l="0" t="0" r="0" b="0"/>
              <a:pathLst>
                <a:path w="11022" h="12232" extrusionOk="0">
                  <a:moveTo>
                    <a:pt x="1748" y="1"/>
                  </a:moveTo>
                  <a:lnTo>
                    <a:pt x="0" y="2958"/>
                  </a:lnTo>
                  <a:lnTo>
                    <a:pt x="9409" y="12232"/>
                  </a:lnTo>
                  <a:lnTo>
                    <a:pt x="11022" y="9275"/>
                  </a:lnTo>
                  <a:lnTo>
                    <a:pt x="1748"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785" name="Shape 785"/>
            <p:cNvSpPr/>
            <p:nvPr/>
          </p:nvSpPr>
          <p:spPr>
            <a:xfrm>
              <a:off x="225757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786" name="Shape 786"/>
            <p:cNvSpPr/>
            <p:nvPr/>
          </p:nvSpPr>
          <p:spPr>
            <a:xfrm>
              <a:off x="2355025" y="3964650"/>
              <a:ext cx="383100" cy="319225"/>
            </a:xfrm>
            <a:custGeom>
              <a:avLst/>
              <a:gdLst/>
              <a:ahLst/>
              <a:cxnLst/>
              <a:rect l="0" t="0" r="0" b="0"/>
              <a:pathLst>
                <a:path w="15324" h="12769" extrusionOk="0">
                  <a:moveTo>
                    <a:pt x="1" y="0"/>
                  </a:moveTo>
                  <a:lnTo>
                    <a:pt x="12769" y="12769"/>
                  </a:lnTo>
                  <a:lnTo>
                    <a:pt x="14248" y="12769"/>
                  </a:lnTo>
                  <a:lnTo>
                    <a:pt x="15323" y="10753"/>
                  </a:lnTo>
                  <a:lnTo>
                    <a:pt x="4570" y="0"/>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787" name="Shape 787"/>
            <p:cNvSpPr/>
            <p:nvPr/>
          </p:nvSpPr>
          <p:spPr>
            <a:xfrm>
              <a:off x="607725" y="2146800"/>
              <a:ext cx="275575" cy="305800"/>
            </a:xfrm>
            <a:custGeom>
              <a:avLst/>
              <a:gdLst/>
              <a:ahLst/>
              <a:cxnLst/>
              <a:rect l="0" t="0" r="0" b="0"/>
              <a:pathLst>
                <a:path w="11023" h="12232" extrusionOk="0">
                  <a:moveTo>
                    <a:pt x="1614" y="1"/>
                  </a:moveTo>
                  <a:lnTo>
                    <a:pt x="1" y="2823"/>
                  </a:lnTo>
                  <a:lnTo>
                    <a:pt x="9275" y="12232"/>
                  </a:lnTo>
                  <a:lnTo>
                    <a:pt x="11022" y="9275"/>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788" name="Shape 788"/>
            <p:cNvSpPr/>
            <p:nvPr/>
          </p:nvSpPr>
          <p:spPr>
            <a:xfrm>
              <a:off x="2452475" y="3941125"/>
              <a:ext cx="322600" cy="305800"/>
            </a:xfrm>
            <a:custGeom>
              <a:avLst/>
              <a:gdLst/>
              <a:ahLst/>
              <a:cxnLst/>
              <a:rect l="0" t="0" r="0" b="0"/>
              <a:pathLst>
                <a:path w="12904" h="12232" extrusionOk="0">
                  <a:moveTo>
                    <a:pt x="3495" y="1"/>
                  </a:moveTo>
                  <a:lnTo>
                    <a:pt x="2957" y="941"/>
                  </a:lnTo>
                  <a:lnTo>
                    <a:pt x="0" y="941"/>
                  </a:lnTo>
                  <a:lnTo>
                    <a:pt x="11156" y="12232"/>
                  </a:lnTo>
                  <a:lnTo>
                    <a:pt x="12904" y="9275"/>
                  </a:lnTo>
                  <a:lnTo>
                    <a:pt x="3495"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789" name="Shape 789"/>
            <p:cNvSpPr/>
            <p:nvPr/>
          </p:nvSpPr>
          <p:spPr>
            <a:xfrm>
              <a:off x="641325" y="2082950"/>
              <a:ext cx="275575" cy="305800"/>
            </a:xfrm>
            <a:custGeom>
              <a:avLst/>
              <a:gdLst/>
              <a:ahLst/>
              <a:cxnLst/>
              <a:rect l="0" t="0" r="0" b="0"/>
              <a:pathLst>
                <a:path w="11023" h="12232" extrusionOk="0">
                  <a:moveTo>
                    <a:pt x="1748" y="1"/>
                  </a:moveTo>
                  <a:lnTo>
                    <a:pt x="1" y="2958"/>
                  </a:lnTo>
                  <a:lnTo>
                    <a:pt x="9409" y="12232"/>
                  </a:lnTo>
                  <a:lnTo>
                    <a:pt x="11022" y="9409"/>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790" name="Shape 790"/>
            <p:cNvSpPr/>
            <p:nvPr/>
          </p:nvSpPr>
          <p:spPr>
            <a:xfrm>
              <a:off x="678300" y="20224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791" name="Shape 791"/>
            <p:cNvSpPr/>
            <p:nvPr/>
          </p:nvSpPr>
          <p:spPr>
            <a:xfrm>
              <a:off x="2533125" y="3877275"/>
              <a:ext cx="275550" cy="309175"/>
            </a:xfrm>
            <a:custGeom>
              <a:avLst/>
              <a:gdLst/>
              <a:ahLst/>
              <a:cxnLst/>
              <a:rect l="0" t="0" r="0" b="0"/>
              <a:pathLst>
                <a:path w="11022" h="12367" extrusionOk="0">
                  <a:moveTo>
                    <a:pt x="1748" y="1"/>
                  </a:moveTo>
                  <a:lnTo>
                    <a:pt x="0" y="2958"/>
                  </a:lnTo>
                  <a:lnTo>
                    <a:pt x="9409" y="12366"/>
                  </a:lnTo>
                  <a:lnTo>
                    <a:pt x="11022" y="9409"/>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792" name="Shape 792"/>
            <p:cNvSpPr/>
            <p:nvPr/>
          </p:nvSpPr>
          <p:spPr>
            <a:xfrm>
              <a:off x="2570075" y="3816800"/>
              <a:ext cx="275575" cy="305800"/>
            </a:xfrm>
            <a:custGeom>
              <a:avLst/>
              <a:gdLst/>
              <a:ahLst/>
              <a:cxnLst/>
              <a:rect l="0" t="0" r="0" b="0"/>
              <a:pathLst>
                <a:path w="11023" h="12232" extrusionOk="0">
                  <a:moveTo>
                    <a:pt x="1614" y="1"/>
                  </a:moveTo>
                  <a:lnTo>
                    <a:pt x="1" y="2957"/>
                  </a:lnTo>
                  <a:lnTo>
                    <a:pt x="9275" y="12232"/>
                  </a:lnTo>
                  <a:lnTo>
                    <a:pt x="11022" y="9275"/>
                  </a:lnTo>
                  <a:lnTo>
                    <a:pt x="1614" y="1"/>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793" name="Shape 793"/>
            <p:cNvSpPr/>
            <p:nvPr/>
          </p:nvSpPr>
          <p:spPr>
            <a:xfrm>
              <a:off x="711900" y="1962000"/>
              <a:ext cx="275550" cy="305800"/>
            </a:xfrm>
            <a:custGeom>
              <a:avLst/>
              <a:gdLst/>
              <a:ahLst/>
              <a:cxnLst/>
              <a:rect l="0" t="0" r="0" b="0"/>
              <a:pathLst>
                <a:path w="11022" h="12232" extrusionOk="0">
                  <a:moveTo>
                    <a:pt x="1748" y="0"/>
                  </a:moveTo>
                  <a:lnTo>
                    <a:pt x="0" y="2957"/>
                  </a:lnTo>
                  <a:lnTo>
                    <a:pt x="9409" y="12231"/>
                  </a:lnTo>
                  <a:lnTo>
                    <a:pt x="11022" y="9274"/>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794" name="Shape 794"/>
            <p:cNvSpPr/>
            <p:nvPr/>
          </p:nvSpPr>
          <p:spPr>
            <a:xfrm>
              <a:off x="2603675" y="37563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795" name="Shape 795"/>
            <p:cNvSpPr/>
            <p:nvPr/>
          </p:nvSpPr>
          <p:spPr>
            <a:xfrm>
              <a:off x="748850" y="1898150"/>
              <a:ext cx="275575" cy="309150"/>
            </a:xfrm>
            <a:custGeom>
              <a:avLst/>
              <a:gdLst/>
              <a:ahLst/>
              <a:cxnLst/>
              <a:rect l="0" t="0" r="0" b="0"/>
              <a:pathLst>
                <a:path w="11023" h="12366" extrusionOk="0">
                  <a:moveTo>
                    <a:pt x="1748" y="0"/>
                  </a:moveTo>
                  <a:lnTo>
                    <a:pt x="1" y="2957"/>
                  </a:lnTo>
                  <a:lnTo>
                    <a:pt x="9275" y="12366"/>
                  </a:lnTo>
                  <a:lnTo>
                    <a:pt x="11022" y="9409"/>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796" name="Shape 796"/>
            <p:cNvSpPr/>
            <p:nvPr/>
          </p:nvSpPr>
          <p:spPr>
            <a:xfrm>
              <a:off x="2640650" y="36924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797" name="Shape 797"/>
            <p:cNvSpPr/>
            <p:nvPr/>
          </p:nvSpPr>
          <p:spPr>
            <a:xfrm>
              <a:off x="785825" y="1837675"/>
              <a:ext cx="275550" cy="305800"/>
            </a:xfrm>
            <a:custGeom>
              <a:avLst/>
              <a:gdLst/>
              <a:ahLst/>
              <a:cxnLst/>
              <a:rect l="0" t="0" r="0" b="0"/>
              <a:pathLst>
                <a:path w="11022" h="12232" extrusionOk="0">
                  <a:moveTo>
                    <a:pt x="1613" y="0"/>
                  </a:moveTo>
                  <a:lnTo>
                    <a:pt x="0" y="2957"/>
                  </a:lnTo>
                  <a:lnTo>
                    <a:pt x="9275" y="12231"/>
                  </a:lnTo>
                  <a:lnTo>
                    <a:pt x="11022" y="9274"/>
                  </a:lnTo>
                  <a:lnTo>
                    <a:pt x="1613"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798" name="Shape 798"/>
            <p:cNvSpPr/>
            <p:nvPr/>
          </p:nvSpPr>
          <p:spPr>
            <a:xfrm>
              <a:off x="2677600" y="3632000"/>
              <a:ext cx="275575" cy="305800"/>
            </a:xfrm>
            <a:custGeom>
              <a:avLst/>
              <a:gdLst/>
              <a:ahLst/>
              <a:cxnLst/>
              <a:rect l="0" t="0" r="0" b="0"/>
              <a:pathLst>
                <a:path w="11023" h="12232" extrusionOk="0">
                  <a:moveTo>
                    <a:pt x="1614" y="0"/>
                  </a:moveTo>
                  <a:lnTo>
                    <a:pt x="1" y="2957"/>
                  </a:lnTo>
                  <a:lnTo>
                    <a:pt x="9275" y="12231"/>
                  </a:lnTo>
                  <a:lnTo>
                    <a:pt x="11022" y="9274"/>
                  </a:lnTo>
                  <a:lnTo>
                    <a:pt x="1614"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799" name="Shape 799"/>
            <p:cNvSpPr/>
            <p:nvPr/>
          </p:nvSpPr>
          <p:spPr>
            <a:xfrm>
              <a:off x="819425" y="1777175"/>
              <a:ext cx="275550" cy="305800"/>
            </a:xfrm>
            <a:custGeom>
              <a:avLst/>
              <a:gdLst/>
              <a:ahLst/>
              <a:cxnLst/>
              <a:rect l="0" t="0" r="0" b="0"/>
              <a:pathLst>
                <a:path w="11022" h="12232" extrusionOk="0">
                  <a:moveTo>
                    <a:pt x="1748" y="1"/>
                  </a:moveTo>
                  <a:lnTo>
                    <a:pt x="0" y="2958"/>
                  </a:lnTo>
                  <a:lnTo>
                    <a:pt x="9275" y="12232"/>
                  </a:lnTo>
                  <a:lnTo>
                    <a:pt x="11022" y="9275"/>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800" name="Shape 800"/>
            <p:cNvSpPr/>
            <p:nvPr/>
          </p:nvSpPr>
          <p:spPr>
            <a:xfrm>
              <a:off x="2711200" y="35715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801" name="Shape 801"/>
            <p:cNvSpPr/>
            <p:nvPr/>
          </p:nvSpPr>
          <p:spPr>
            <a:xfrm>
              <a:off x="856375" y="1713350"/>
              <a:ext cx="275575" cy="309150"/>
            </a:xfrm>
            <a:custGeom>
              <a:avLst/>
              <a:gdLst/>
              <a:ahLst/>
              <a:cxnLst/>
              <a:rect l="0" t="0" r="0" b="0"/>
              <a:pathLst>
                <a:path w="11023" h="12366" extrusionOk="0">
                  <a:moveTo>
                    <a:pt x="1614" y="0"/>
                  </a:moveTo>
                  <a:lnTo>
                    <a:pt x="1" y="2957"/>
                  </a:lnTo>
                  <a:lnTo>
                    <a:pt x="9275" y="12366"/>
                  </a:lnTo>
                  <a:lnTo>
                    <a:pt x="11022" y="9409"/>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802" name="Shape 802"/>
            <p:cNvSpPr/>
            <p:nvPr/>
          </p:nvSpPr>
          <p:spPr>
            <a:xfrm>
              <a:off x="890000" y="1652850"/>
              <a:ext cx="275550" cy="305800"/>
            </a:xfrm>
            <a:custGeom>
              <a:avLst/>
              <a:gdLst/>
              <a:ahLst/>
              <a:cxnLst/>
              <a:rect l="0" t="0" r="0" b="0"/>
              <a:pathLst>
                <a:path w="11022" h="12232" extrusionOk="0">
                  <a:moveTo>
                    <a:pt x="1747" y="1"/>
                  </a:moveTo>
                  <a:lnTo>
                    <a:pt x="0" y="2958"/>
                  </a:lnTo>
                  <a:lnTo>
                    <a:pt x="9409" y="12232"/>
                  </a:lnTo>
                  <a:lnTo>
                    <a:pt x="11021" y="9275"/>
                  </a:lnTo>
                  <a:lnTo>
                    <a:pt x="1747"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803" name="Shape 803"/>
            <p:cNvSpPr/>
            <p:nvPr/>
          </p:nvSpPr>
          <p:spPr>
            <a:xfrm>
              <a:off x="2748175" y="3511025"/>
              <a:ext cx="275550" cy="305800"/>
            </a:xfrm>
            <a:custGeom>
              <a:avLst/>
              <a:gdLst/>
              <a:ahLst/>
              <a:cxnLst/>
              <a:rect l="0" t="0" r="0" b="0"/>
              <a:pathLst>
                <a:path w="11022" h="12232" extrusionOk="0">
                  <a:moveTo>
                    <a:pt x="1613" y="1"/>
                  </a:moveTo>
                  <a:lnTo>
                    <a:pt x="0" y="2823"/>
                  </a:lnTo>
                  <a:lnTo>
                    <a:pt x="9274" y="12232"/>
                  </a:lnTo>
                  <a:lnTo>
                    <a:pt x="11022" y="9275"/>
                  </a:lnTo>
                  <a:lnTo>
                    <a:pt x="1613"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804" name="Shape 804"/>
            <p:cNvSpPr/>
            <p:nvPr/>
          </p:nvSpPr>
          <p:spPr>
            <a:xfrm>
              <a:off x="2781775" y="3447175"/>
              <a:ext cx="275550" cy="305800"/>
            </a:xfrm>
            <a:custGeom>
              <a:avLst/>
              <a:gdLst/>
              <a:ahLst/>
              <a:cxnLst/>
              <a:rect l="0" t="0" r="0" b="0"/>
              <a:pathLst>
                <a:path w="11022" h="12232" extrusionOk="0">
                  <a:moveTo>
                    <a:pt x="1748" y="1"/>
                  </a:moveTo>
                  <a:lnTo>
                    <a:pt x="0" y="2958"/>
                  </a:lnTo>
                  <a:lnTo>
                    <a:pt x="9409" y="12232"/>
                  </a:lnTo>
                  <a:lnTo>
                    <a:pt x="11022" y="9409"/>
                  </a:lnTo>
                  <a:lnTo>
                    <a:pt x="1748"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805" name="Shape 805"/>
            <p:cNvSpPr/>
            <p:nvPr/>
          </p:nvSpPr>
          <p:spPr>
            <a:xfrm>
              <a:off x="926950" y="1592375"/>
              <a:ext cx="275550" cy="305800"/>
            </a:xfrm>
            <a:custGeom>
              <a:avLst/>
              <a:gdLst/>
              <a:ahLst/>
              <a:cxnLst/>
              <a:rect l="0" t="0" r="0" b="0"/>
              <a:pathLst>
                <a:path w="11022" h="12232" extrusionOk="0">
                  <a:moveTo>
                    <a:pt x="1613" y="1"/>
                  </a:moveTo>
                  <a:lnTo>
                    <a:pt x="1" y="2957"/>
                  </a:lnTo>
                  <a:lnTo>
                    <a:pt x="9275" y="12231"/>
                  </a:lnTo>
                  <a:lnTo>
                    <a:pt x="11022" y="9275"/>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806" name="Shape 806"/>
            <p:cNvSpPr/>
            <p:nvPr/>
          </p:nvSpPr>
          <p:spPr>
            <a:xfrm>
              <a:off x="960550" y="1531900"/>
              <a:ext cx="275550" cy="305800"/>
            </a:xfrm>
            <a:custGeom>
              <a:avLst/>
              <a:gdLst/>
              <a:ahLst/>
              <a:cxnLst/>
              <a:rect l="0" t="0" r="0" b="0"/>
              <a:pathLst>
                <a:path w="11022" h="12232" extrusionOk="0">
                  <a:moveTo>
                    <a:pt x="1748" y="0"/>
                  </a:moveTo>
                  <a:lnTo>
                    <a:pt x="1" y="2823"/>
                  </a:lnTo>
                  <a:lnTo>
                    <a:pt x="9409" y="12231"/>
                  </a:lnTo>
                  <a:lnTo>
                    <a:pt x="11022" y="9274"/>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807" name="Shape 807"/>
            <p:cNvSpPr/>
            <p:nvPr/>
          </p:nvSpPr>
          <p:spPr>
            <a:xfrm>
              <a:off x="2818725" y="3386700"/>
              <a:ext cx="275575" cy="305800"/>
            </a:xfrm>
            <a:custGeom>
              <a:avLst/>
              <a:gdLst/>
              <a:ahLst/>
              <a:cxnLst/>
              <a:rect l="0" t="0" r="0" b="0"/>
              <a:pathLst>
                <a:path w="11023" h="12232" extrusionOk="0">
                  <a:moveTo>
                    <a:pt x="1614" y="1"/>
                  </a:moveTo>
                  <a:lnTo>
                    <a:pt x="1" y="2957"/>
                  </a:lnTo>
                  <a:lnTo>
                    <a:pt x="9275" y="12231"/>
                  </a:lnTo>
                  <a:lnTo>
                    <a:pt x="11022" y="9275"/>
                  </a:lnTo>
                  <a:lnTo>
                    <a:pt x="1614" y="1"/>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808" name="Shape 808"/>
            <p:cNvSpPr/>
            <p:nvPr/>
          </p:nvSpPr>
          <p:spPr>
            <a:xfrm>
              <a:off x="997525" y="1468050"/>
              <a:ext cx="322600" cy="305800"/>
            </a:xfrm>
            <a:custGeom>
              <a:avLst/>
              <a:gdLst/>
              <a:ahLst/>
              <a:cxnLst/>
              <a:rect l="0" t="0" r="0" b="0"/>
              <a:pathLst>
                <a:path w="12904" h="12232" extrusionOk="0">
                  <a:moveTo>
                    <a:pt x="1747" y="0"/>
                  </a:moveTo>
                  <a:lnTo>
                    <a:pt x="0" y="2957"/>
                  </a:lnTo>
                  <a:lnTo>
                    <a:pt x="9274" y="12231"/>
                  </a:lnTo>
                  <a:lnTo>
                    <a:pt x="9946" y="11291"/>
                  </a:lnTo>
                  <a:lnTo>
                    <a:pt x="12903" y="11291"/>
                  </a:lnTo>
                  <a:lnTo>
                    <a:pt x="1747"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809" name="Shape 809"/>
            <p:cNvSpPr/>
            <p:nvPr/>
          </p:nvSpPr>
          <p:spPr>
            <a:xfrm>
              <a:off x="2852325" y="33262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810" name="Shape 810"/>
            <p:cNvSpPr/>
            <p:nvPr/>
          </p:nvSpPr>
          <p:spPr>
            <a:xfrm>
              <a:off x="1034475" y="1431100"/>
              <a:ext cx="383075" cy="319225"/>
            </a:xfrm>
            <a:custGeom>
              <a:avLst/>
              <a:gdLst/>
              <a:ahLst/>
              <a:cxnLst/>
              <a:rect l="0" t="0" r="0" b="0"/>
              <a:pathLst>
                <a:path w="15323" h="12769" extrusionOk="0">
                  <a:moveTo>
                    <a:pt x="1076" y="0"/>
                  </a:moveTo>
                  <a:lnTo>
                    <a:pt x="1" y="2016"/>
                  </a:lnTo>
                  <a:lnTo>
                    <a:pt x="10619" y="12769"/>
                  </a:lnTo>
                  <a:lnTo>
                    <a:pt x="15323" y="12769"/>
                  </a:lnTo>
                  <a:lnTo>
                    <a:pt x="2554"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811" name="Shape 811"/>
            <p:cNvSpPr/>
            <p:nvPr/>
          </p:nvSpPr>
          <p:spPr>
            <a:xfrm>
              <a:off x="2889300" y="32623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812" name="Shape 812"/>
            <p:cNvSpPr/>
            <p:nvPr/>
          </p:nvSpPr>
          <p:spPr>
            <a:xfrm>
              <a:off x="10781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813" name="Shape 813"/>
            <p:cNvSpPr/>
            <p:nvPr/>
          </p:nvSpPr>
          <p:spPr>
            <a:xfrm>
              <a:off x="2926250" y="32019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814" name="Shape 814"/>
            <p:cNvSpPr/>
            <p:nvPr/>
          </p:nvSpPr>
          <p:spPr>
            <a:xfrm>
              <a:off x="1175600" y="1431100"/>
              <a:ext cx="436850" cy="319225"/>
            </a:xfrm>
            <a:custGeom>
              <a:avLst/>
              <a:gdLst/>
              <a:ahLst/>
              <a:cxnLst/>
              <a:rect l="0" t="0" r="0" b="0"/>
              <a:pathLst>
                <a:path w="17474" h="12769" extrusionOk="0">
                  <a:moveTo>
                    <a:pt x="1" y="0"/>
                  </a:moveTo>
                  <a:lnTo>
                    <a:pt x="12769" y="12769"/>
                  </a:lnTo>
                  <a:lnTo>
                    <a:pt x="17474" y="12769"/>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815" name="Shape 815"/>
            <p:cNvSpPr/>
            <p:nvPr/>
          </p:nvSpPr>
          <p:spPr>
            <a:xfrm>
              <a:off x="2959850" y="31414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816" name="Shape 816"/>
            <p:cNvSpPr/>
            <p:nvPr/>
          </p:nvSpPr>
          <p:spPr>
            <a:xfrm>
              <a:off x="2996825" y="3077575"/>
              <a:ext cx="275550" cy="309150"/>
            </a:xfrm>
            <a:custGeom>
              <a:avLst/>
              <a:gdLst/>
              <a:ahLst/>
              <a:cxnLst/>
              <a:rect l="0" t="0" r="0" b="0"/>
              <a:pathLst>
                <a:path w="11022" h="12366" extrusionOk="0">
                  <a:moveTo>
                    <a:pt x="1613" y="0"/>
                  </a:moveTo>
                  <a:lnTo>
                    <a:pt x="0" y="2957"/>
                  </a:lnTo>
                  <a:lnTo>
                    <a:pt x="9275" y="12366"/>
                  </a:lnTo>
                  <a:lnTo>
                    <a:pt x="11022" y="9409"/>
                  </a:lnTo>
                  <a:lnTo>
                    <a:pt x="1613"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817" name="Shape 817"/>
            <p:cNvSpPr/>
            <p:nvPr/>
          </p:nvSpPr>
          <p:spPr>
            <a:xfrm>
              <a:off x="1273050" y="1431100"/>
              <a:ext cx="433500" cy="319225"/>
            </a:xfrm>
            <a:custGeom>
              <a:avLst/>
              <a:gdLst/>
              <a:ahLst/>
              <a:cxnLst/>
              <a:rect l="0" t="0" r="0" b="0"/>
              <a:pathLst>
                <a:path w="17340" h="12769" extrusionOk="0">
                  <a:moveTo>
                    <a:pt x="0" y="0"/>
                  </a:moveTo>
                  <a:lnTo>
                    <a:pt x="12769" y="12769"/>
                  </a:lnTo>
                  <a:lnTo>
                    <a:pt x="17339" y="12769"/>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818" name="Shape 818"/>
            <p:cNvSpPr/>
            <p:nvPr/>
          </p:nvSpPr>
          <p:spPr>
            <a:xfrm>
              <a:off x="1370500" y="1431100"/>
              <a:ext cx="433475" cy="319225"/>
            </a:xfrm>
            <a:custGeom>
              <a:avLst/>
              <a:gdLst/>
              <a:ahLst/>
              <a:cxnLst/>
              <a:rect l="0" t="0" r="0" b="0"/>
              <a:pathLst>
                <a:path w="17339" h="12769" extrusionOk="0">
                  <a:moveTo>
                    <a:pt x="0" y="0"/>
                  </a:moveTo>
                  <a:lnTo>
                    <a:pt x="12769" y="12769"/>
                  </a:lnTo>
                  <a:lnTo>
                    <a:pt x="17339" y="12769"/>
                  </a:lnTo>
                  <a:lnTo>
                    <a:pt x="4705"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819" name="Shape 819"/>
            <p:cNvSpPr/>
            <p:nvPr/>
          </p:nvSpPr>
          <p:spPr>
            <a:xfrm>
              <a:off x="3030425" y="3017075"/>
              <a:ext cx="275550" cy="305800"/>
            </a:xfrm>
            <a:custGeom>
              <a:avLst/>
              <a:gdLst/>
              <a:ahLst/>
              <a:cxnLst/>
              <a:rect l="0" t="0" r="0" b="0"/>
              <a:pathLst>
                <a:path w="11022" h="12232" extrusionOk="0">
                  <a:moveTo>
                    <a:pt x="1748" y="1"/>
                  </a:moveTo>
                  <a:lnTo>
                    <a:pt x="1" y="2958"/>
                  </a:lnTo>
                  <a:lnTo>
                    <a:pt x="9409" y="12232"/>
                  </a:lnTo>
                  <a:lnTo>
                    <a:pt x="11022" y="9275"/>
                  </a:lnTo>
                  <a:lnTo>
                    <a:pt x="1748" y="1"/>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820" name="Shape 820"/>
            <p:cNvSpPr/>
            <p:nvPr/>
          </p:nvSpPr>
          <p:spPr>
            <a:xfrm>
              <a:off x="1467950" y="143110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821" name="Shape 821"/>
            <p:cNvSpPr/>
            <p:nvPr/>
          </p:nvSpPr>
          <p:spPr>
            <a:xfrm>
              <a:off x="3067375" y="2956600"/>
              <a:ext cx="275575" cy="305800"/>
            </a:xfrm>
            <a:custGeom>
              <a:avLst/>
              <a:gdLst/>
              <a:ahLst/>
              <a:cxnLst/>
              <a:rect l="0" t="0" r="0" b="0"/>
              <a:pathLst>
                <a:path w="11023" h="12232" extrusionOk="0">
                  <a:moveTo>
                    <a:pt x="1614" y="0"/>
                  </a:moveTo>
                  <a:lnTo>
                    <a:pt x="1" y="2957"/>
                  </a:lnTo>
                  <a:lnTo>
                    <a:pt x="9275" y="12231"/>
                  </a:lnTo>
                  <a:lnTo>
                    <a:pt x="11022" y="9275"/>
                  </a:lnTo>
                  <a:lnTo>
                    <a:pt x="1614"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822" name="Shape 822"/>
            <p:cNvSpPr/>
            <p:nvPr/>
          </p:nvSpPr>
          <p:spPr>
            <a:xfrm>
              <a:off x="156537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823" name="Shape 823"/>
            <p:cNvSpPr/>
            <p:nvPr/>
          </p:nvSpPr>
          <p:spPr>
            <a:xfrm>
              <a:off x="3101000" y="2896125"/>
              <a:ext cx="275550" cy="305800"/>
            </a:xfrm>
            <a:custGeom>
              <a:avLst/>
              <a:gdLst/>
              <a:ahLst/>
              <a:cxnLst/>
              <a:rect l="0" t="0" r="0" b="0"/>
              <a:pathLst>
                <a:path w="11022" h="12232" extrusionOk="0">
                  <a:moveTo>
                    <a:pt x="1747" y="0"/>
                  </a:moveTo>
                  <a:lnTo>
                    <a:pt x="0" y="2823"/>
                  </a:lnTo>
                  <a:lnTo>
                    <a:pt x="9409" y="12231"/>
                  </a:lnTo>
                  <a:lnTo>
                    <a:pt x="11021" y="9274"/>
                  </a:lnTo>
                  <a:lnTo>
                    <a:pt x="1747"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824" name="Shape 824"/>
            <p:cNvSpPr/>
            <p:nvPr/>
          </p:nvSpPr>
          <p:spPr>
            <a:xfrm>
              <a:off x="3137950" y="2802025"/>
              <a:ext cx="275550" cy="336050"/>
            </a:xfrm>
            <a:custGeom>
              <a:avLst/>
              <a:gdLst/>
              <a:ahLst/>
              <a:cxnLst/>
              <a:rect l="0" t="0" r="0" b="0"/>
              <a:pathLst>
                <a:path w="11022" h="13442" extrusionOk="0">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825" name="Shape 825"/>
            <p:cNvSpPr/>
            <p:nvPr/>
          </p:nvSpPr>
          <p:spPr>
            <a:xfrm>
              <a:off x="166282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826" name="Shape 826"/>
            <p:cNvSpPr/>
            <p:nvPr/>
          </p:nvSpPr>
          <p:spPr>
            <a:xfrm>
              <a:off x="3006900" y="2573550"/>
              <a:ext cx="440200" cy="504050"/>
            </a:xfrm>
            <a:custGeom>
              <a:avLst/>
              <a:gdLst/>
              <a:ahLst/>
              <a:cxnLst/>
              <a:rect l="0" t="0" r="0" b="0"/>
              <a:pathLst>
                <a:path w="17608" h="20162" extrusionOk="0">
                  <a:moveTo>
                    <a:pt x="404" y="0"/>
                  </a:moveTo>
                  <a:lnTo>
                    <a:pt x="1" y="269"/>
                  </a:lnTo>
                  <a:lnTo>
                    <a:pt x="5243" y="9543"/>
                  </a:lnTo>
                  <a:lnTo>
                    <a:pt x="15995" y="20161"/>
                  </a:lnTo>
                  <a:lnTo>
                    <a:pt x="17608" y="17204"/>
                  </a:lnTo>
                  <a:lnTo>
                    <a:pt x="404"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827" name="Shape 827"/>
            <p:cNvSpPr/>
            <p:nvPr/>
          </p:nvSpPr>
          <p:spPr>
            <a:xfrm>
              <a:off x="1760275" y="1431100"/>
              <a:ext cx="433500" cy="319225"/>
            </a:xfrm>
            <a:custGeom>
              <a:avLst/>
              <a:gdLst/>
              <a:ahLst/>
              <a:cxnLst/>
              <a:rect l="0" t="0" r="0" b="0"/>
              <a:pathLst>
                <a:path w="17340" h="12769" extrusionOk="0">
                  <a:moveTo>
                    <a:pt x="1" y="0"/>
                  </a:moveTo>
                  <a:lnTo>
                    <a:pt x="12635" y="12769"/>
                  </a:lnTo>
                  <a:lnTo>
                    <a:pt x="17339" y="12769"/>
                  </a:lnTo>
                  <a:lnTo>
                    <a:pt x="4570"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828" name="Shape 828"/>
            <p:cNvSpPr/>
            <p:nvPr/>
          </p:nvSpPr>
          <p:spPr>
            <a:xfrm>
              <a:off x="18543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829" name="Shape 829"/>
            <p:cNvSpPr/>
            <p:nvPr/>
          </p:nvSpPr>
          <p:spPr>
            <a:xfrm>
              <a:off x="2872500" y="2345050"/>
              <a:ext cx="611575" cy="672050"/>
            </a:xfrm>
            <a:custGeom>
              <a:avLst/>
              <a:gdLst/>
              <a:ahLst/>
              <a:cxnLst/>
              <a:rect l="0" t="0" r="0" b="0"/>
              <a:pathLst>
                <a:path w="24463" h="26882" extrusionOk="0">
                  <a:moveTo>
                    <a:pt x="538" y="1"/>
                  </a:moveTo>
                  <a:lnTo>
                    <a:pt x="0" y="269"/>
                  </a:lnTo>
                  <a:lnTo>
                    <a:pt x="5377" y="9409"/>
                  </a:lnTo>
                  <a:lnTo>
                    <a:pt x="22715" y="26882"/>
                  </a:lnTo>
                  <a:lnTo>
                    <a:pt x="24462" y="23925"/>
                  </a:lnTo>
                  <a:lnTo>
                    <a:pt x="538" y="1"/>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830" name="Shape 830"/>
            <p:cNvSpPr/>
            <p:nvPr/>
          </p:nvSpPr>
          <p:spPr>
            <a:xfrm>
              <a:off x="2741450" y="2113200"/>
              <a:ext cx="779575" cy="843425"/>
            </a:xfrm>
            <a:custGeom>
              <a:avLst/>
              <a:gdLst/>
              <a:ahLst/>
              <a:cxnLst/>
              <a:rect l="0" t="0" r="0" b="0"/>
              <a:pathLst>
                <a:path w="31183" h="33737" extrusionOk="0">
                  <a:moveTo>
                    <a:pt x="404" y="0"/>
                  </a:moveTo>
                  <a:lnTo>
                    <a:pt x="0" y="404"/>
                  </a:lnTo>
                  <a:lnTo>
                    <a:pt x="5242" y="9543"/>
                  </a:lnTo>
                  <a:lnTo>
                    <a:pt x="29436" y="33736"/>
                  </a:lnTo>
                  <a:lnTo>
                    <a:pt x="31183" y="30780"/>
                  </a:lnTo>
                  <a:lnTo>
                    <a:pt x="404"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831" name="Shape 831"/>
            <p:cNvSpPr/>
            <p:nvPr/>
          </p:nvSpPr>
          <p:spPr>
            <a:xfrm>
              <a:off x="195180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832" name="Shape 832"/>
            <p:cNvSpPr/>
            <p:nvPr/>
          </p:nvSpPr>
          <p:spPr>
            <a:xfrm>
              <a:off x="204925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833" name="Shape 833"/>
            <p:cNvSpPr/>
            <p:nvPr/>
          </p:nvSpPr>
          <p:spPr>
            <a:xfrm>
              <a:off x="2610400" y="1884700"/>
              <a:ext cx="924075" cy="1008075"/>
            </a:xfrm>
            <a:custGeom>
              <a:avLst/>
              <a:gdLst/>
              <a:ahLst/>
              <a:cxnLst/>
              <a:rect l="0" t="0" r="0" b="0"/>
              <a:pathLst>
                <a:path w="36963" h="40323" extrusionOk="0">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834" name="Shape 834"/>
            <p:cNvSpPr/>
            <p:nvPr/>
          </p:nvSpPr>
          <p:spPr>
            <a:xfrm>
              <a:off x="2146700" y="1431100"/>
              <a:ext cx="1307125" cy="1297025"/>
            </a:xfrm>
            <a:custGeom>
              <a:avLst/>
              <a:gdLst/>
              <a:ahLst/>
              <a:cxnLst/>
              <a:rect l="0" t="0" r="0" b="0"/>
              <a:pathLst>
                <a:path w="52285" h="51881" extrusionOk="0">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835" name="Shape 835"/>
            <p:cNvSpPr/>
            <p:nvPr/>
          </p:nvSpPr>
          <p:spPr>
            <a:xfrm>
              <a:off x="2244150" y="1431100"/>
              <a:ext cx="1075275" cy="1065175"/>
            </a:xfrm>
            <a:custGeom>
              <a:avLst/>
              <a:gdLst/>
              <a:ahLst/>
              <a:cxnLst/>
              <a:rect l="0" t="0" r="0" b="0"/>
              <a:pathLst>
                <a:path w="43011" h="42607" extrusionOk="0">
                  <a:moveTo>
                    <a:pt x="0" y="0"/>
                  </a:moveTo>
                  <a:lnTo>
                    <a:pt x="42607" y="42607"/>
                  </a:lnTo>
                  <a:lnTo>
                    <a:pt x="43011" y="42338"/>
                  </a:lnTo>
                  <a:lnTo>
                    <a:pt x="37769" y="33064"/>
                  </a:lnTo>
                  <a:lnTo>
                    <a:pt x="4570"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836" name="Shape 836"/>
            <p:cNvSpPr/>
            <p:nvPr/>
          </p:nvSpPr>
          <p:spPr>
            <a:xfrm>
              <a:off x="2341575" y="1431100"/>
              <a:ext cx="846800" cy="836700"/>
            </a:xfrm>
            <a:custGeom>
              <a:avLst/>
              <a:gdLst/>
              <a:ahLst/>
              <a:cxnLst/>
              <a:rect l="0" t="0" r="0" b="0"/>
              <a:pathLst>
                <a:path w="33872" h="33468" extrusionOk="0">
                  <a:moveTo>
                    <a:pt x="1" y="0"/>
                  </a:moveTo>
                  <a:lnTo>
                    <a:pt x="33468" y="33467"/>
                  </a:lnTo>
                  <a:lnTo>
                    <a:pt x="33872" y="33198"/>
                  </a:lnTo>
                  <a:lnTo>
                    <a:pt x="28495" y="23924"/>
                  </a:lnTo>
                  <a:lnTo>
                    <a:pt x="4571"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837" name="Shape 837"/>
            <p:cNvSpPr/>
            <p:nvPr/>
          </p:nvSpPr>
          <p:spPr>
            <a:xfrm>
              <a:off x="2439025" y="1431100"/>
              <a:ext cx="618300" cy="608200"/>
            </a:xfrm>
            <a:custGeom>
              <a:avLst/>
              <a:gdLst/>
              <a:ahLst/>
              <a:cxnLst/>
              <a:rect l="0" t="0" r="0" b="0"/>
              <a:pathLst>
                <a:path w="24732" h="24328" extrusionOk="0">
                  <a:moveTo>
                    <a:pt x="1" y="0"/>
                  </a:moveTo>
                  <a:lnTo>
                    <a:pt x="24194" y="24328"/>
                  </a:lnTo>
                  <a:lnTo>
                    <a:pt x="24732" y="23924"/>
                  </a:lnTo>
                  <a:lnTo>
                    <a:pt x="19355" y="14785"/>
                  </a:lnTo>
                  <a:lnTo>
                    <a:pt x="4571"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838" name="Shape 838"/>
            <p:cNvSpPr/>
            <p:nvPr/>
          </p:nvSpPr>
          <p:spPr>
            <a:xfrm>
              <a:off x="2533125" y="1431100"/>
              <a:ext cx="389800" cy="376350"/>
            </a:xfrm>
            <a:custGeom>
              <a:avLst/>
              <a:gdLst/>
              <a:ahLst/>
              <a:cxnLst/>
              <a:rect l="0" t="0" r="0" b="0"/>
              <a:pathLst>
                <a:path w="15592" h="15054" extrusionOk="0">
                  <a:moveTo>
                    <a:pt x="0" y="0"/>
                  </a:moveTo>
                  <a:lnTo>
                    <a:pt x="15188" y="15054"/>
                  </a:lnTo>
                  <a:lnTo>
                    <a:pt x="15591" y="14785"/>
                  </a:lnTo>
                  <a:lnTo>
                    <a:pt x="10350"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839" name="Shape 839"/>
            <p:cNvSpPr/>
            <p:nvPr/>
          </p:nvSpPr>
          <p:spPr>
            <a:xfrm>
              <a:off x="2630575" y="1431100"/>
              <a:ext cx="161300" cy="147850"/>
            </a:xfrm>
            <a:custGeom>
              <a:avLst/>
              <a:gdLst/>
              <a:ahLst/>
              <a:cxnLst/>
              <a:rect l="0" t="0" r="0" b="0"/>
              <a:pathLst>
                <a:path w="6452" h="5914" extrusionOk="0">
                  <a:moveTo>
                    <a:pt x="0" y="0"/>
                  </a:moveTo>
                  <a:lnTo>
                    <a:pt x="6048" y="5914"/>
                  </a:lnTo>
                  <a:lnTo>
                    <a:pt x="6452" y="5645"/>
                  </a:lnTo>
                  <a:lnTo>
                    <a:pt x="3226"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840" name="Shape 840"/>
          <p:cNvSpPr/>
          <p:nvPr/>
        </p:nvSpPr>
        <p:spPr>
          <a:xfrm rot="10800000" flipH="1">
            <a:off x="8486774" y="4230775"/>
            <a:ext cx="819899" cy="710099"/>
          </a:xfrm>
          <a:prstGeom prst="hexagon">
            <a:avLst>
              <a:gd name="adj" fmla="val 28678"/>
              <a:gd name="vf" fmla="val 115470"/>
            </a:avLst>
          </a:prstGeom>
          <a:noFill/>
          <a:ln w="9525" cap="flat"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41" name="Shape 841"/>
          <p:cNvSpPr/>
          <p:nvPr/>
        </p:nvSpPr>
        <p:spPr>
          <a:xfrm rot="10800000" flipH="1">
            <a:off x="8124824" y="4615699"/>
            <a:ext cx="428700" cy="371100"/>
          </a:xfrm>
          <a:prstGeom prst="hexagon">
            <a:avLst>
              <a:gd name="adj" fmla="val 28678"/>
              <a:gd name="vf" fmla="val 115470"/>
            </a:avLst>
          </a:prstGeom>
          <a:solidFill>
            <a:srgbClr val="3292E1"/>
          </a:solidFill>
          <a:ln>
            <a:noFill/>
          </a:ln>
        </p:spPr>
        <p:txBody>
          <a:bodyPr lIns="91425" tIns="91425" rIns="91425" bIns="91425" anchor="ctr" anchorCtr="0">
            <a:noAutofit/>
          </a:bodyPr>
          <a:lstStyle/>
          <a:p>
            <a:pPr lvl="0">
              <a:spcBef>
                <a:spcPts val="0"/>
              </a:spcBef>
              <a:buNone/>
            </a:pPr>
            <a:endParaRPr/>
          </a:p>
        </p:txBody>
      </p:sp>
      <p:sp>
        <p:nvSpPr>
          <p:cNvPr id="842" name="Shape 842"/>
          <p:cNvSpPr/>
          <p:nvPr/>
        </p:nvSpPr>
        <p:spPr>
          <a:xfrm rot="10800000" flipH="1">
            <a:off x="7821347" y="2935400"/>
            <a:ext cx="819899" cy="709799"/>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843" name="Shape 843"/>
          <p:cNvSpPr/>
          <p:nvPr/>
        </p:nvSpPr>
        <p:spPr>
          <a:xfrm rot="10800000" flipH="1">
            <a:off x="8486775" y="3512174"/>
            <a:ext cx="358799" cy="310500"/>
          </a:xfrm>
          <a:prstGeom prst="hexagon">
            <a:avLst>
              <a:gd name="adj" fmla="val 28678"/>
              <a:gd name="vf" fmla="val 115470"/>
            </a:avLst>
          </a:prstGeom>
          <a:noFill/>
          <a:ln w="19050" cap="flat" cmpd="sng">
            <a:solidFill>
              <a:srgbClr val="00E1C6"/>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44" name="Shape 844"/>
          <p:cNvSpPr/>
          <p:nvPr/>
        </p:nvSpPr>
        <p:spPr>
          <a:xfrm>
            <a:off x="8772688" y="4461807"/>
            <a:ext cx="248072" cy="248057"/>
          </a:xfrm>
          <a:custGeom>
            <a:avLst/>
            <a:gdLst/>
            <a:ahLst/>
            <a:cxnLst/>
            <a:rect l="0" t="0" r="0" b="0"/>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nvGrpSpPr>
          <p:cNvPr id="845" name="Shape 845"/>
          <p:cNvGrpSpPr/>
          <p:nvPr/>
        </p:nvGrpSpPr>
        <p:grpSpPr>
          <a:xfrm>
            <a:off x="7354067" y="3426714"/>
            <a:ext cx="455624" cy="437053"/>
            <a:chOff x="5241175" y="4959100"/>
            <a:chExt cx="539775" cy="517775"/>
          </a:xfrm>
        </p:grpSpPr>
        <p:sp>
          <p:nvSpPr>
            <p:cNvPr id="846" name="Shape 846"/>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847" name="Shape 847"/>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848" name="Shape 848"/>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849" name="Shape 849"/>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850" name="Shape 850"/>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sp>
          <p:nvSpPr>
            <p:cNvPr id="851" name="Shape 851"/>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lIns="91425" tIns="91425" rIns="91425" bIns="91425" anchor="ctr" anchorCtr="0">
              <a:noAutofit/>
            </a:bodyPr>
            <a:lstStyle/>
            <a:p>
              <a:pPr lvl="0">
                <a:spcBef>
                  <a:spcPts val="0"/>
                </a:spcBef>
                <a:buNone/>
              </a:pPr>
              <a:endParaRPr/>
            </a:p>
          </p:txBody>
        </p:sp>
      </p:grpSp>
      <p:sp>
        <p:nvSpPr>
          <p:cNvPr id="852" name="Shape 852"/>
          <p:cNvSpPr/>
          <p:nvPr/>
        </p:nvSpPr>
        <p:spPr>
          <a:xfrm>
            <a:off x="8081325" y="3153875"/>
            <a:ext cx="299951" cy="272838"/>
          </a:xfrm>
          <a:custGeom>
            <a:avLst/>
            <a:gdLst/>
            <a:ahLst/>
            <a:cxnLst/>
            <a:rect l="0" t="0" r="0" b="0"/>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lIns="91425" tIns="91425" rIns="91425" bIns="91425" anchor="ctr" anchorCtr="0">
            <a:noAutofit/>
          </a:bodyPr>
          <a:lstStyle/>
          <a:p>
            <a:pPr lvl="0">
              <a:spcBef>
                <a:spcPts val="0"/>
              </a:spcBef>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264"/>
        <p:cNvGrpSpPr/>
        <p:nvPr/>
      </p:nvGrpSpPr>
      <p:grpSpPr>
        <a:xfrm>
          <a:off x="0" y="0"/>
          <a:ext cx="0" cy="0"/>
          <a:chOff x="0" y="0"/>
          <a:chExt cx="0" cy="0"/>
        </a:xfrm>
      </p:grpSpPr>
      <p:grpSp>
        <p:nvGrpSpPr>
          <p:cNvPr id="1265" name="Shape 1265"/>
          <p:cNvGrpSpPr/>
          <p:nvPr/>
        </p:nvGrpSpPr>
        <p:grpSpPr>
          <a:xfrm rot="10800000" flipH="1">
            <a:off x="316371" y="178887"/>
            <a:ext cx="1088336" cy="942842"/>
            <a:chOff x="4088875" y="1431100"/>
            <a:chExt cx="3293000" cy="2852775"/>
          </a:xfrm>
        </p:grpSpPr>
        <p:sp>
          <p:nvSpPr>
            <p:cNvPr id="1266" name="Shape 1266"/>
            <p:cNvSpPr/>
            <p:nvPr/>
          </p:nvSpPr>
          <p:spPr>
            <a:xfrm>
              <a:off x="4831475" y="4136025"/>
              <a:ext cx="157950" cy="147850"/>
            </a:xfrm>
            <a:custGeom>
              <a:avLst/>
              <a:gdLst/>
              <a:ahLst/>
              <a:cxnLst/>
              <a:rect l="0" t="0" r="0" b="0"/>
              <a:pathLst>
                <a:path w="6318" h="5914" extrusionOk="0">
                  <a:moveTo>
                    <a:pt x="404" y="0"/>
                  </a:moveTo>
                  <a:lnTo>
                    <a:pt x="1" y="269"/>
                  </a:lnTo>
                  <a:lnTo>
                    <a:pt x="3227" y="5914"/>
                  </a:lnTo>
                  <a:lnTo>
                    <a:pt x="6318" y="5914"/>
                  </a:lnTo>
                  <a:lnTo>
                    <a:pt x="404"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1267" name="Shape 1267"/>
            <p:cNvSpPr/>
            <p:nvPr/>
          </p:nvSpPr>
          <p:spPr>
            <a:xfrm>
              <a:off x="4697075" y="3907525"/>
              <a:ext cx="389800" cy="376350"/>
            </a:xfrm>
            <a:custGeom>
              <a:avLst/>
              <a:gdLst/>
              <a:ahLst/>
              <a:cxnLst/>
              <a:rect l="0" t="0" r="0" b="0"/>
              <a:pathLst>
                <a:path w="15592" h="15054" extrusionOk="0">
                  <a:moveTo>
                    <a:pt x="538" y="0"/>
                  </a:moveTo>
                  <a:lnTo>
                    <a:pt x="1" y="269"/>
                  </a:lnTo>
                  <a:lnTo>
                    <a:pt x="5377" y="9543"/>
                  </a:lnTo>
                  <a:lnTo>
                    <a:pt x="11022" y="15054"/>
                  </a:lnTo>
                  <a:lnTo>
                    <a:pt x="15592" y="15054"/>
                  </a:lnTo>
                  <a:lnTo>
                    <a:pt x="538"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1268" name="Shape 1268"/>
            <p:cNvSpPr/>
            <p:nvPr/>
          </p:nvSpPr>
          <p:spPr>
            <a:xfrm>
              <a:off x="4566025" y="3675675"/>
              <a:ext cx="618300" cy="608200"/>
            </a:xfrm>
            <a:custGeom>
              <a:avLst/>
              <a:gdLst/>
              <a:ahLst/>
              <a:cxnLst/>
              <a:rect l="0" t="0" r="0" b="0"/>
              <a:pathLst>
                <a:path w="24732" h="24328" extrusionOk="0">
                  <a:moveTo>
                    <a:pt x="404" y="0"/>
                  </a:moveTo>
                  <a:lnTo>
                    <a:pt x="1" y="404"/>
                  </a:lnTo>
                  <a:lnTo>
                    <a:pt x="5377" y="9543"/>
                  </a:lnTo>
                  <a:lnTo>
                    <a:pt x="20027"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1269" name="Shape 1269"/>
            <p:cNvSpPr/>
            <p:nvPr/>
          </p:nvSpPr>
          <p:spPr>
            <a:xfrm>
              <a:off x="4434975" y="3447175"/>
              <a:ext cx="846800" cy="836700"/>
            </a:xfrm>
            <a:custGeom>
              <a:avLst/>
              <a:gdLst/>
              <a:ahLst/>
              <a:cxnLst/>
              <a:rect l="0" t="0" r="0" b="0"/>
              <a:pathLst>
                <a:path w="33872" h="33468" extrusionOk="0">
                  <a:moveTo>
                    <a:pt x="404" y="1"/>
                  </a:moveTo>
                  <a:lnTo>
                    <a:pt x="1" y="270"/>
                  </a:lnTo>
                  <a:lnTo>
                    <a:pt x="5243" y="9544"/>
                  </a:lnTo>
                  <a:lnTo>
                    <a:pt x="29167" y="33468"/>
                  </a:lnTo>
                  <a:lnTo>
                    <a:pt x="33871"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1270" name="Shape 1270"/>
            <p:cNvSpPr/>
            <p:nvPr/>
          </p:nvSpPr>
          <p:spPr>
            <a:xfrm>
              <a:off x="4300575" y="3218700"/>
              <a:ext cx="1078650" cy="1065175"/>
            </a:xfrm>
            <a:custGeom>
              <a:avLst/>
              <a:gdLst/>
              <a:ahLst/>
              <a:cxnLst/>
              <a:rect l="0" t="0" r="0" b="0"/>
              <a:pathLst>
                <a:path w="43146" h="42607" extrusionOk="0">
                  <a:moveTo>
                    <a:pt x="404" y="0"/>
                  </a:moveTo>
                  <a:lnTo>
                    <a:pt x="0"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1271" name="Shape 1271"/>
            <p:cNvSpPr/>
            <p:nvPr/>
          </p:nvSpPr>
          <p:spPr>
            <a:xfrm>
              <a:off x="4169525" y="2990200"/>
              <a:ext cx="1307150" cy="1293675"/>
            </a:xfrm>
            <a:custGeom>
              <a:avLst/>
              <a:gdLst/>
              <a:ahLst/>
              <a:cxnLst/>
              <a:rect l="0" t="0" r="0" b="0"/>
              <a:pathLst>
                <a:path w="52286" h="51747" extrusionOk="0">
                  <a:moveTo>
                    <a:pt x="404" y="1"/>
                  </a:moveTo>
                  <a:lnTo>
                    <a:pt x="1" y="269"/>
                  </a:lnTo>
                  <a:lnTo>
                    <a:pt x="5242" y="9409"/>
                  </a:lnTo>
                  <a:lnTo>
                    <a:pt x="47581" y="51747"/>
                  </a:lnTo>
                  <a:lnTo>
                    <a:pt x="52285" y="51747"/>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1272" name="Shape 1272"/>
            <p:cNvSpPr/>
            <p:nvPr/>
          </p:nvSpPr>
          <p:spPr>
            <a:xfrm>
              <a:off x="4088875" y="2822200"/>
              <a:ext cx="1481875" cy="1461675"/>
            </a:xfrm>
            <a:custGeom>
              <a:avLst/>
              <a:gdLst/>
              <a:ahLst/>
              <a:cxnLst/>
              <a:rect l="0" t="0" r="0" b="0"/>
              <a:pathLst>
                <a:path w="59275" h="58467" extrusionOk="0">
                  <a:moveTo>
                    <a:pt x="807" y="0"/>
                  </a:moveTo>
                  <a:lnTo>
                    <a:pt x="1" y="1479"/>
                  </a:lnTo>
                  <a:lnTo>
                    <a:pt x="3227" y="6989"/>
                  </a:lnTo>
                  <a:lnTo>
                    <a:pt x="54705" y="58467"/>
                  </a:lnTo>
                  <a:lnTo>
                    <a:pt x="59274" y="58467"/>
                  </a:lnTo>
                  <a:lnTo>
                    <a:pt x="807"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1273" name="Shape 1273"/>
            <p:cNvSpPr/>
            <p:nvPr/>
          </p:nvSpPr>
          <p:spPr>
            <a:xfrm>
              <a:off x="4102325" y="2761700"/>
              <a:ext cx="1565875" cy="1522175"/>
            </a:xfrm>
            <a:custGeom>
              <a:avLst/>
              <a:gdLst/>
              <a:ahLst/>
              <a:cxnLst/>
              <a:rect l="0" t="0" r="0" b="0"/>
              <a:pathLst>
                <a:path w="62635" h="60887" extrusionOk="0">
                  <a:moveTo>
                    <a:pt x="1748" y="1"/>
                  </a:moveTo>
                  <a:lnTo>
                    <a:pt x="0" y="2823"/>
                  </a:lnTo>
                  <a:lnTo>
                    <a:pt x="58064" y="60887"/>
                  </a:lnTo>
                  <a:lnTo>
                    <a:pt x="62634" y="60887"/>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1274" name="Shape 1274"/>
            <p:cNvSpPr/>
            <p:nvPr/>
          </p:nvSpPr>
          <p:spPr>
            <a:xfrm>
              <a:off x="4139275" y="2697875"/>
              <a:ext cx="1626375" cy="1586000"/>
            </a:xfrm>
            <a:custGeom>
              <a:avLst/>
              <a:gdLst/>
              <a:ahLst/>
              <a:cxnLst/>
              <a:rect l="0" t="0" r="0" b="0"/>
              <a:pathLst>
                <a:path w="65055" h="63440" extrusionOk="0">
                  <a:moveTo>
                    <a:pt x="1614" y="0"/>
                  </a:moveTo>
                  <a:lnTo>
                    <a:pt x="1" y="2957"/>
                  </a:lnTo>
                  <a:lnTo>
                    <a:pt x="60484" y="63440"/>
                  </a:lnTo>
                  <a:lnTo>
                    <a:pt x="65054" y="63440"/>
                  </a:lnTo>
                  <a:lnTo>
                    <a:pt x="1614"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1275" name="Shape 1275"/>
            <p:cNvSpPr/>
            <p:nvPr/>
          </p:nvSpPr>
          <p:spPr>
            <a:xfrm>
              <a:off x="4172900" y="2637375"/>
              <a:ext cx="1690175" cy="1646500"/>
            </a:xfrm>
            <a:custGeom>
              <a:avLst/>
              <a:gdLst/>
              <a:ahLst/>
              <a:cxnLst/>
              <a:rect l="0" t="0" r="0" b="0"/>
              <a:pathLst>
                <a:path w="67607" h="65860" extrusionOk="0">
                  <a:moveTo>
                    <a:pt x="1747" y="1"/>
                  </a:moveTo>
                  <a:lnTo>
                    <a:pt x="0" y="2958"/>
                  </a:lnTo>
                  <a:lnTo>
                    <a:pt x="62903" y="65860"/>
                  </a:lnTo>
                  <a:lnTo>
                    <a:pt x="67607" y="65860"/>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1276" name="Shape 1276"/>
            <p:cNvSpPr/>
            <p:nvPr/>
          </p:nvSpPr>
          <p:spPr>
            <a:xfrm>
              <a:off x="4209850" y="2576900"/>
              <a:ext cx="1750675" cy="1706975"/>
            </a:xfrm>
            <a:custGeom>
              <a:avLst/>
              <a:gdLst/>
              <a:ahLst/>
              <a:cxnLst/>
              <a:rect l="0" t="0" r="0" b="0"/>
              <a:pathLst>
                <a:path w="70027" h="68279" extrusionOk="0">
                  <a:moveTo>
                    <a:pt x="1613" y="1"/>
                  </a:moveTo>
                  <a:lnTo>
                    <a:pt x="0" y="2823"/>
                  </a:lnTo>
                  <a:lnTo>
                    <a:pt x="65322" y="68279"/>
                  </a:lnTo>
                  <a:lnTo>
                    <a:pt x="70027" y="68279"/>
                  </a:lnTo>
                  <a:lnTo>
                    <a:pt x="1613"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1277" name="Shape 1277"/>
            <p:cNvSpPr/>
            <p:nvPr/>
          </p:nvSpPr>
          <p:spPr>
            <a:xfrm>
              <a:off x="4243450" y="2513050"/>
              <a:ext cx="1814525" cy="1770825"/>
            </a:xfrm>
            <a:custGeom>
              <a:avLst/>
              <a:gdLst/>
              <a:ahLst/>
              <a:cxnLst/>
              <a:rect l="0" t="0" r="0" b="0"/>
              <a:pathLst>
                <a:path w="72581" h="70833" extrusionOk="0">
                  <a:moveTo>
                    <a:pt x="1748" y="1"/>
                  </a:moveTo>
                  <a:lnTo>
                    <a:pt x="1" y="2958"/>
                  </a:lnTo>
                  <a:lnTo>
                    <a:pt x="67876" y="70833"/>
                  </a:lnTo>
                  <a:lnTo>
                    <a:pt x="72581" y="70833"/>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1278" name="Shape 1278"/>
            <p:cNvSpPr/>
            <p:nvPr/>
          </p:nvSpPr>
          <p:spPr>
            <a:xfrm>
              <a:off x="4280425" y="2452575"/>
              <a:ext cx="1875000" cy="1831300"/>
            </a:xfrm>
            <a:custGeom>
              <a:avLst/>
              <a:gdLst/>
              <a:ahLst/>
              <a:cxnLst/>
              <a:rect l="0" t="0" r="0" b="0"/>
              <a:pathLst>
                <a:path w="75000" h="73252" extrusionOk="0">
                  <a:moveTo>
                    <a:pt x="1613" y="1"/>
                  </a:moveTo>
                  <a:lnTo>
                    <a:pt x="0" y="2957"/>
                  </a:lnTo>
                  <a:lnTo>
                    <a:pt x="70295" y="73252"/>
                  </a:lnTo>
                  <a:lnTo>
                    <a:pt x="74999" y="73252"/>
                  </a:lnTo>
                  <a:lnTo>
                    <a:pt x="1613"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1279" name="Shape 1279"/>
            <p:cNvSpPr/>
            <p:nvPr/>
          </p:nvSpPr>
          <p:spPr>
            <a:xfrm>
              <a:off x="4314025" y="2392100"/>
              <a:ext cx="1935475" cy="1891775"/>
            </a:xfrm>
            <a:custGeom>
              <a:avLst/>
              <a:gdLst/>
              <a:ahLst/>
              <a:cxnLst/>
              <a:rect l="0" t="0" r="0" b="0"/>
              <a:pathLst>
                <a:path w="77419" h="75671" extrusionOk="0">
                  <a:moveTo>
                    <a:pt x="1747" y="0"/>
                  </a:moveTo>
                  <a:lnTo>
                    <a:pt x="0" y="2957"/>
                  </a:lnTo>
                  <a:lnTo>
                    <a:pt x="72849" y="75671"/>
                  </a:lnTo>
                  <a:lnTo>
                    <a:pt x="77419" y="75671"/>
                  </a:lnTo>
                  <a:lnTo>
                    <a:pt x="1747"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1280" name="Shape 1280"/>
            <p:cNvSpPr/>
            <p:nvPr/>
          </p:nvSpPr>
          <p:spPr>
            <a:xfrm>
              <a:off x="4350975" y="2328250"/>
              <a:ext cx="1995975" cy="1955625"/>
            </a:xfrm>
            <a:custGeom>
              <a:avLst/>
              <a:gdLst/>
              <a:ahLst/>
              <a:cxnLst/>
              <a:rect l="0" t="0" r="0" b="0"/>
              <a:pathLst>
                <a:path w="79839" h="78225" extrusionOk="0">
                  <a:moveTo>
                    <a:pt x="1748" y="1"/>
                  </a:moveTo>
                  <a:lnTo>
                    <a:pt x="1" y="2957"/>
                  </a:lnTo>
                  <a:lnTo>
                    <a:pt x="75269" y="78225"/>
                  </a:lnTo>
                  <a:lnTo>
                    <a:pt x="79839" y="78225"/>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1281" name="Shape 1281"/>
            <p:cNvSpPr/>
            <p:nvPr/>
          </p:nvSpPr>
          <p:spPr>
            <a:xfrm>
              <a:off x="4384575" y="2267775"/>
              <a:ext cx="2059825" cy="2016100"/>
            </a:xfrm>
            <a:custGeom>
              <a:avLst/>
              <a:gdLst/>
              <a:ahLst/>
              <a:cxnLst/>
              <a:rect l="0" t="0" r="0" b="0"/>
              <a:pathLst>
                <a:path w="82393" h="80644" extrusionOk="0">
                  <a:moveTo>
                    <a:pt x="1748" y="0"/>
                  </a:moveTo>
                  <a:lnTo>
                    <a:pt x="1" y="2957"/>
                  </a:lnTo>
                  <a:lnTo>
                    <a:pt x="77823" y="80644"/>
                  </a:lnTo>
                  <a:lnTo>
                    <a:pt x="82392" y="80644"/>
                  </a:lnTo>
                  <a:lnTo>
                    <a:pt x="1748"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1282" name="Shape 1282"/>
            <p:cNvSpPr/>
            <p:nvPr/>
          </p:nvSpPr>
          <p:spPr>
            <a:xfrm>
              <a:off x="4421550" y="2207275"/>
              <a:ext cx="2120300" cy="2076600"/>
            </a:xfrm>
            <a:custGeom>
              <a:avLst/>
              <a:gdLst/>
              <a:ahLst/>
              <a:cxnLst/>
              <a:rect l="0" t="0" r="0" b="0"/>
              <a:pathLst>
                <a:path w="84812" h="83064" extrusionOk="0">
                  <a:moveTo>
                    <a:pt x="1747" y="1"/>
                  </a:moveTo>
                  <a:lnTo>
                    <a:pt x="0" y="2958"/>
                  </a:lnTo>
                  <a:lnTo>
                    <a:pt x="80107" y="83064"/>
                  </a:lnTo>
                  <a:lnTo>
                    <a:pt x="84811" y="83064"/>
                  </a:lnTo>
                  <a:lnTo>
                    <a:pt x="1747"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1283" name="Shape 1283"/>
            <p:cNvSpPr/>
            <p:nvPr/>
          </p:nvSpPr>
          <p:spPr>
            <a:xfrm>
              <a:off x="4458500" y="2146800"/>
              <a:ext cx="2130375" cy="2137075"/>
            </a:xfrm>
            <a:custGeom>
              <a:avLst/>
              <a:gdLst/>
              <a:ahLst/>
              <a:cxnLst/>
              <a:rect l="0" t="0" r="0" b="0"/>
              <a:pathLst>
                <a:path w="85215" h="85483" extrusionOk="0">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1284" name="Shape 1284"/>
            <p:cNvSpPr/>
            <p:nvPr/>
          </p:nvSpPr>
          <p:spPr>
            <a:xfrm>
              <a:off x="4492100" y="2082950"/>
              <a:ext cx="2133750" cy="2163975"/>
            </a:xfrm>
            <a:custGeom>
              <a:avLst/>
              <a:gdLst/>
              <a:ahLst/>
              <a:cxnLst/>
              <a:rect l="0" t="0" r="0" b="0"/>
              <a:pathLst>
                <a:path w="85350" h="86559" extrusionOk="0">
                  <a:moveTo>
                    <a:pt x="1748" y="1"/>
                  </a:moveTo>
                  <a:lnTo>
                    <a:pt x="1" y="2958"/>
                  </a:lnTo>
                  <a:lnTo>
                    <a:pt x="83602" y="86559"/>
                  </a:lnTo>
                  <a:lnTo>
                    <a:pt x="85349" y="83602"/>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1285" name="Shape 1285"/>
            <p:cNvSpPr/>
            <p:nvPr/>
          </p:nvSpPr>
          <p:spPr>
            <a:xfrm>
              <a:off x="4529075" y="2022475"/>
              <a:ext cx="2130375" cy="2163975"/>
            </a:xfrm>
            <a:custGeom>
              <a:avLst/>
              <a:gdLst/>
              <a:ahLst/>
              <a:cxnLst/>
              <a:rect l="0" t="0" r="0" b="0"/>
              <a:pathLst>
                <a:path w="85215" h="86559" extrusionOk="0">
                  <a:moveTo>
                    <a:pt x="1613" y="1"/>
                  </a:moveTo>
                  <a:lnTo>
                    <a:pt x="0" y="2957"/>
                  </a:lnTo>
                  <a:lnTo>
                    <a:pt x="83467" y="86558"/>
                  </a:lnTo>
                  <a:lnTo>
                    <a:pt x="85214" y="83601"/>
                  </a:lnTo>
                  <a:lnTo>
                    <a:pt x="1613"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1286" name="Shape 1286"/>
            <p:cNvSpPr/>
            <p:nvPr/>
          </p:nvSpPr>
          <p:spPr>
            <a:xfrm>
              <a:off x="4562675" y="1962000"/>
              <a:ext cx="2133725" cy="2160600"/>
            </a:xfrm>
            <a:custGeom>
              <a:avLst/>
              <a:gdLst/>
              <a:ahLst/>
              <a:cxnLst/>
              <a:rect l="0" t="0" r="0" b="0"/>
              <a:pathLst>
                <a:path w="85349" h="86424" extrusionOk="0">
                  <a:moveTo>
                    <a:pt x="1748" y="0"/>
                  </a:moveTo>
                  <a:lnTo>
                    <a:pt x="0" y="2957"/>
                  </a:lnTo>
                  <a:lnTo>
                    <a:pt x="83602" y="86424"/>
                  </a:lnTo>
                  <a:lnTo>
                    <a:pt x="85349" y="83467"/>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1287" name="Shape 1287"/>
            <p:cNvSpPr/>
            <p:nvPr/>
          </p:nvSpPr>
          <p:spPr>
            <a:xfrm>
              <a:off x="4599625" y="1898150"/>
              <a:ext cx="2130375" cy="2163975"/>
            </a:xfrm>
            <a:custGeom>
              <a:avLst/>
              <a:gdLst/>
              <a:ahLst/>
              <a:cxnLst/>
              <a:rect l="0" t="0" r="0" b="0"/>
              <a:pathLst>
                <a:path w="85215" h="86559" extrusionOk="0">
                  <a:moveTo>
                    <a:pt x="1614" y="0"/>
                  </a:moveTo>
                  <a:lnTo>
                    <a:pt x="1" y="2957"/>
                  </a:lnTo>
                  <a:lnTo>
                    <a:pt x="83602" y="86558"/>
                  </a:lnTo>
                  <a:lnTo>
                    <a:pt x="85215" y="83601"/>
                  </a:lnTo>
                  <a:lnTo>
                    <a:pt x="1614"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1288" name="Shape 1288"/>
            <p:cNvSpPr/>
            <p:nvPr/>
          </p:nvSpPr>
          <p:spPr>
            <a:xfrm>
              <a:off x="4633225" y="1837675"/>
              <a:ext cx="2133750" cy="2163950"/>
            </a:xfrm>
            <a:custGeom>
              <a:avLst/>
              <a:gdLst/>
              <a:ahLst/>
              <a:cxnLst/>
              <a:rect l="0" t="0" r="0" b="0"/>
              <a:pathLst>
                <a:path w="85350" h="86558" extrusionOk="0">
                  <a:moveTo>
                    <a:pt x="1748" y="0"/>
                  </a:moveTo>
                  <a:lnTo>
                    <a:pt x="1" y="2957"/>
                  </a:lnTo>
                  <a:lnTo>
                    <a:pt x="83602" y="86558"/>
                  </a:lnTo>
                  <a:lnTo>
                    <a:pt x="85349" y="83601"/>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1289" name="Shape 1289"/>
            <p:cNvSpPr/>
            <p:nvPr/>
          </p:nvSpPr>
          <p:spPr>
            <a:xfrm>
              <a:off x="4670200" y="1777175"/>
              <a:ext cx="2130375" cy="2160625"/>
            </a:xfrm>
            <a:custGeom>
              <a:avLst/>
              <a:gdLst/>
              <a:ahLst/>
              <a:cxnLst/>
              <a:rect l="0" t="0" r="0" b="0"/>
              <a:pathLst>
                <a:path w="85215" h="86425" extrusionOk="0">
                  <a:moveTo>
                    <a:pt x="1748" y="1"/>
                  </a:moveTo>
                  <a:lnTo>
                    <a:pt x="0" y="2958"/>
                  </a:lnTo>
                  <a:lnTo>
                    <a:pt x="83602" y="86424"/>
                  </a:lnTo>
                  <a:lnTo>
                    <a:pt x="85215" y="83467"/>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1290" name="Shape 1290"/>
            <p:cNvSpPr/>
            <p:nvPr/>
          </p:nvSpPr>
          <p:spPr>
            <a:xfrm>
              <a:off x="4707150" y="1713350"/>
              <a:ext cx="2130375" cy="2163950"/>
            </a:xfrm>
            <a:custGeom>
              <a:avLst/>
              <a:gdLst/>
              <a:ahLst/>
              <a:cxnLst/>
              <a:rect l="0" t="0" r="0" b="0"/>
              <a:pathLst>
                <a:path w="85215" h="86558" extrusionOk="0">
                  <a:moveTo>
                    <a:pt x="1614" y="0"/>
                  </a:moveTo>
                  <a:lnTo>
                    <a:pt x="1" y="2957"/>
                  </a:lnTo>
                  <a:lnTo>
                    <a:pt x="83468" y="86558"/>
                  </a:lnTo>
                  <a:lnTo>
                    <a:pt x="85215" y="83601"/>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1291" name="Shape 1291"/>
            <p:cNvSpPr/>
            <p:nvPr/>
          </p:nvSpPr>
          <p:spPr>
            <a:xfrm>
              <a:off x="4740750" y="1652850"/>
              <a:ext cx="2130400" cy="2163975"/>
            </a:xfrm>
            <a:custGeom>
              <a:avLst/>
              <a:gdLst/>
              <a:ahLst/>
              <a:cxnLst/>
              <a:rect l="0" t="0" r="0" b="0"/>
              <a:pathLst>
                <a:path w="85216" h="86559" extrusionOk="0">
                  <a:moveTo>
                    <a:pt x="1748" y="1"/>
                  </a:moveTo>
                  <a:lnTo>
                    <a:pt x="1" y="2958"/>
                  </a:lnTo>
                  <a:lnTo>
                    <a:pt x="83602" y="86559"/>
                  </a:lnTo>
                  <a:lnTo>
                    <a:pt x="85215" y="83602"/>
                  </a:lnTo>
                  <a:lnTo>
                    <a:pt x="1748"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1292" name="Shape 1292"/>
            <p:cNvSpPr/>
            <p:nvPr/>
          </p:nvSpPr>
          <p:spPr>
            <a:xfrm>
              <a:off x="4777725" y="1592375"/>
              <a:ext cx="2130375" cy="2160600"/>
            </a:xfrm>
            <a:custGeom>
              <a:avLst/>
              <a:gdLst/>
              <a:ahLst/>
              <a:cxnLst/>
              <a:rect l="0" t="0" r="0" b="0"/>
              <a:pathLst>
                <a:path w="85215" h="86424" extrusionOk="0">
                  <a:moveTo>
                    <a:pt x="1613" y="1"/>
                  </a:moveTo>
                  <a:lnTo>
                    <a:pt x="0" y="2957"/>
                  </a:lnTo>
                  <a:lnTo>
                    <a:pt x="83467" y="86424"/>
                  </a:lnTo>
                  <a:lnTo>
                    <a:pt x="85215" y="83601"/>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1293" name="Shape 1293"/>
            <p:cNvSpPr/>
            <p:nvPr/>
          </p:nvSpPr>
          <p:spPr>
            <a:xfrm>
              <a:off x="4811325" y="1531900"/>
              <a:ext cx="2133750" cy="2160600"/>
            </a:xfrm>
            <a:custGeom>
              <a:avLst/>
              <a:gdLst/>
              <a:ahLst/>
              <a:cxnLst/>
              <a:rect l="0" t="0" r="0" b="0"/>
              <a:pathLst>
                <a:path w="85350" h="86424" extrusionOk="0">
                  <a:moveTo>
                    <a:pt x="1748" y="0"/>
                  </a:moveTo>
                  <a:lnTo>
                    <a:pt x="0" y="2823"/>
                  </a:lnTo>
                  <a:lnTo>
                    <a:pt x="83602" y="86423"/>
                  </a:lnTo>
                  <a:lnTo>
                    <a:pt x="85349" y="83467"/>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1294" name="Shape 1294"/>
            <p:cNvSpPr/>
            <p:nvPr/>
          </p:nvSpPr>
          <p:spPr>
            <a:xfrm>
              <a:off x="4848275" y="1468050"/>
              <a:ext cx="2130400" cy="2163975"/>
            </a:xfrm>
            <a:custGeom>
              <a:avLst/>
              <a:gdLst/>
              <a:ahLst/>
              <a:cxnLst/>
              <a:rect l="0" t="0" r="0" b="0"/>
              <a:pathLst>
                <a:path w="85216" h="86559" extrusionOk="0">
                  <a:moveTo>
                    <a:pt x="1614" y="0"/>
                  </a:moveTo>
                  <a:lnTo>
                    <a:pt x="1" y="2957"/>
                  </a:lnTo>
                  <a:lnTo>
                    <a:pt x="83602" y="86558"/>
                  </a:lnTo>
                  <a:lnTo>
                    <a:pt x="85215" y="83601"/>
                  </a:lnTo>
                  <a:lnTo>
                    <a:pt x="1614"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1295" name="Shape 1295"/>
            <p:cNvSpPr/>
            <p:nvPr/>
          </p:nvSpPr>
          <p:spPr>
            <a:xfrm>
              <a:off x="4881875" y="1431100"/>
              <a:ext cx="2133750" cy="2140425"/>
            </a:xfrm>
            <a:custGeom>
              <a:avLst/>
              <a:gdLst/>
              <a:ahLst/>
              <a:cxnLst/>
              <a:rect l="0" t="0" r="0" b="0"/>
              <a:pathLst>
                <a:path w="85350" h="85617" extrusionOk="0">
                  <a:moveTo>
                    <a:pt x="1211" y="0"/>
                  </a:moveTo>
                  <a:lnTo>
                    <a:pt x="1" y="2016"/>
                  </a:lnTo>
                  <a:lnTo>
                    <a:pt x="83602" y="85617"/>
                  </a:lnTo>
                  <a:lnTo>
                    <a:pt x="85350" y="82660"/>
                  </a:lnTo>
                  <a:lnTo>
                    <a:pt x="2689"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1296" name="Shape 1296"/>
            <p:cNvSpPr/>
            <p:nvPr/>
          </p:nvSpPr>
          <p:spPr>
            <a:xfrm>
              <a:off x="4928925" y="1431100"/>
              <a:ext cx="2120300" cy="2076600"/>
            </a:xfrm>
            <a:custGeom>
              <a:avLst/>
              <a:gdLst/>
              <a:ahLst/>
              <a:cxnLst/>
              <a:rect l="0" t="0" r="0" b="0"/>
              <a:pathLst>
                <a:path w="84812" h="83064" extrusionOk="0">
                  <a:moveTo>
                    <a:pt x="1" y="0"/>
                  </a:moveTo>
                  <a:lnTo>
                    <a:pt x="83199" y="83063"/>
                  </a:lnTo>
                  <a:lnTo>
                    <a:pt x="84812" y="80106"/>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1297" name="Shape 1297"/>
            <p:cNvSpPr/>
            <p:nvPr/>
          </p:nvSpPr>
          <p:spPr>
            <a:xfrm>
              <a:off x="5026375" y="1431100"/>
              <a:ext cx="2059825" cy="2016100"/>
            </a:xfrm>
            <a:custGeom>
              <a:avLst/>
              <a:gdLst/>
              <a:ahLst/>
              <a:cxnLst/>
              <a:rect l="0" t="0" r="0" b="0"/>
              <a:pathLst>
                <a:path w="82393" h="80644" extrusionOk="0">
                  <a:moveTo>
                    <a:pt x="0" y="0"/>
                  </a:moveTo>
                  <a:lnTo>
                    <a:pt x="80645" y="80644"/>
                  </a:lnTo>
                  <a:lnTo>
                    <a:pt x="82392" y="77687"/>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1298" name="Shape 1298"/>
            <p:cNvSpPr/>
            <p:nvPr/>
          </p:nvSpPr>
          <p:spPr>
            <a:xfrm>
              <a:off x="5123825" y="1431100"/>
              <a:ext cx="1995975" cy="1955625"/>
            </a:xfrm>
            <a:custGeom>
              <a:avLst/>
              <a:gdLst/>
              <a:ahLst/>
              <a:cxnLst/>
              <a:rect l="0" t="0" r="0" b="0"/>
              <a:pathLst>
                <a:path w="79839" h="78225" extrusionOk="0">
                  <a:moveTo>
                    <a:pt x="0" y="0"/>
                  </a:moveTo>
                  <a:lnTo>
                    <a:pt x="78225" y="78225"/>
                  </a:lnTo>
                  <a:lnTo>
                    <a:pt x="79838" y="75268"/>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1299" name="Shape 1299"/>
            <p:cNvSpPr/>
            <p:nvPr/>
          </p:nvSpPr>
          <p:spPr>
            <a:xfrm>
              <a:off x="5221275" y="1431100"/>
              <a:ext cx="1935475" cy="1891775"/>
            </a:xfrm>
            <a:custGeom>
              <a:avLst/>
              <a:gdLst/>
              <a:ahLst/>
              <a:cxnLst/>
              <a:rect l="0" t="0" r="0" b="0"/>
              <a:pathLst>
                <a:path w="77419" h="75671" extrusionOk="0">
                  <a:moveTo>
                    <a:pt x="0" y="0"/>
                  </a:moveTo>
                  <a:lnTo>
                    <a:pt x="75671" y="75671"/>
                  </a:lnTo>
                  <a:lnTo>
                    <a:pt x="77419" y="72714"/>
                  </a:lnTo>
                  <a:lnTo>
                    <a:pt x="4570"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1300" name="Shape 1300"/>
            <p:cNvSpPr/>
            <p:nvPr/>
          </p:nvSpPr>
          <p:spPr>
            <a:xfrm>
              <a:off x="5318700" y="1431100"/>
              <a:ext cx="1875025" cy="1831300"/>
            </a:xfrm>
            <a:custGeom>
              <a:avLst/>
              <a:gdLst/>
              <a:ahLst/>
              <a:cxnLst/>
              <a:rect l="0" t="0" r="0" b="0"/>
              <a:pathLst>
                <a:path w="75001" h="73252" extrusionOk="0">
                  <a:moveTo>
                    <a:pt x="1" y="0"/>
                  </a:moveTo>
                  <a:lnTo>
                    <a:pt x="73253" y="73251"/>
                  </a:lnTo>
                  <a:lnTo>
                    <a:pt x="75000" y="70295"/>
                  </a:lnTo>
                  <a:lnTo>
                    <a:pt x="4571"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1301" name="Shape 1301"/>
            <p:cNvSpPr/>
            <p:nvPr/>
          </p:nvSpPr>
          <p:spPr>
            <a:xfrm>
              <a:off x="5416150" y="1431100"/>
              <a:ext cx="1811175" cy="1770825"/>
            </a:xfrm>
            <a:custGeom>
              <a:avLst/>
              <a:gdLst/>
              <a:ahLst/>
              <a:cxnLst/>
              <a:rect l="0" t="0" r="0" b="0"/>
              <a:pathLst>
                <a:path w="72447" h="70833" extrusionOk="0">
                  <a:moveTo>
                    <a:pt x="1" y="0"/>
                  </a:moveTo>
                  <a:lnTo>
                    <a:pt x="70699" y="70832"/>
                  </a:lnTo>
                  <a:lnTo>
                    <a:pt x="72446" y="67875"/>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1302" name="Shape 1302"/>
            <p:cNvSpPr/>
            <p:nvPr/>
          </p:nvSpPr>
          <p:spPr>
            <a:xfrm>
              <a:off x="5510250" y="1431100"/>
              <a:ext cx="1754025" cy="1706975"/>
            </a:xfrm>
            <a:custGeom>
              <a:avLst/>
              <a:gdLst/>
              <a:ahLst/>
              <a:cxnLst/>
              <a:rect l="0" t="0" r="0" b="0"/>
              <a:pathLst>
                <a:path w="70161" h="68279" extrusionOk="0">
                  <a:moveTo>
                    <a:pt x="0" y="0"/>
                  </a:moveTo>
                  <a:lnTo>
                    <a:pt x="68413" y="68278"/>
                  </a:lnTo>
                  <a:lnTo>
                    <a:pt x="70161" y="65456"/>
                  </a:lnTo>
                  <a:lnTo>
                    <a:pt x="4704"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1303" name="Shape 1303"/>
            <p:cNvSpPr/>
            <p:nvPr/>
          </p:nvSpPr>
          <p:spPr>
            <a:xfrm>
              <a:off x="5607675" y="1431100"/>
              <a:ext cx="1690200" cy="1646500"/>
            </a:xfrm>
            <a:custGeom>
              <a:avLst/>
              <a:gdLst/>
              <a:ahLst/>
              <a:cxnLst/>
              <a:rect l="0" t="0" r="0" b="0"/>
              <a:pathLst>
                <a:path w="67608" h="65860" extrusionOk="0">
                  <a:moveTo>
                    <a:pt x="1" y="0"/>
                  </a:moveTo>
                  <a:lnTo>
                    <a:pt x="65995" y="65859"/>
                  </a:lnTo>
                  <a:lnTo>
                    <a:pt x="67608" y="62902"/>
                  </a:lnTo>
                  <a:lnTo>
                    <a:pt x="4705"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1304" name="Shape 1304"/>
            <p:cNvSpPr/>
            <p:nvPr/>
          </p:nvSpPr>
          <p:spPr>
            <a:xfrm>
              <a:off x="5705125" y="1431100"/>
              <a:ext cx="1629725" cy="1586000"/>
            </a:xfrm>
            <a:custGeom>
              <a:avLst/>
              <a:gdLst/>
              <a:ahLst/>
              <a:cxnLst/>
              <a:rect l="0" t="0" r="0" b="0"/>
              <a:pathLst>
                <a:path w="65189" h="63440" extrusionOk="0">
                  <a:moveTo>
                    <a:pt x="1" y="0"/>
                  </a:moveTo>
                  <a:lnTo>
                    <a:pt x="63441" y="63440"/>
                  </a:lnTo>
                  <a:lnTo>
                    <a:pt x="65188" y="60483"/>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1305" name="Shape 1305"/>
            <p:cNvSpPr/>
            <p:nvPr/>
          </p:nvSpPr>
          <p:spPr>
            <a:xfrm>
              <a:off x="5802575" y="1431100"/>
              <a:ext cx="1565875" cy="1525525"/>
            </a:xfrm>
            <a:custGeom>
              <a:avLst/>
              <a:gdLst/>
              <a:ahLst/>
              <a:cxnLst/>
              <a:rect l="0" t="0" r="0" b="0"/>
              <a:pathLst>
                <a:path w="62635" h="61021" extrusionOk="0">
                  <a:moveTo>
                    <a:pt x="1" y="0"/>
                  </a:moveTo>
                  <a:lnTo>
                    <a:pt x="61021" y="61020"/>
                  </a:lnTo>
                  <a:lnTo>
                    <a:pt x="62634" y="58064"/>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1306" name="Shape 1306"/>
            <p:cNvSpPr/>
            <p:nvPr/>
          </p:nvSpPr>
          <p:spPr>
            <a:xfrm>
              <a:off x="5900025" y="1431100"/>
              <a:ext cx="1481850" cy="1461675"/>
            </a:xfrm>
            <a:custGeom>
              <a:avLst/>
              <a:gdLst/>
              <a:ahLst/>
              <a:cxnLst/>
              <a:rect l="0" t="0" r="0" b="0"/>
              <a:pathLst>
                <a:path w="59274" h="58467" extrusionOk="0">
                  <a:moveTo>
                    <a:pt x="0" y="0"/>
                  </a:moveTo>
                  <a:lnTo>
                    <a:pt x="58468" y="58467"/>
                  </a:lnTo>
                  <a:lnTo>
                    <a:pt x="59274" y="57123"/>
                  </a:lnTo>
                  <a:lnTo>
                    <a:pt x="56048" y="51478"/>
                  </a:lnTo>
                  <a:lnTo>
                    <a:pt x="4570"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1307" name="Shape 1307"/>
            <p:cNvSpPr/>
            <p:nvPr/>
          </p:nvSpPr>
          <p:spPr>
            <a:xfrm>
              <a:off x="5997475" y="1431100"/>
              <a:ext cx="1307125" cy="1297025"/>
            </a:xfrm>
            <a:custGeom>
              <a:avLst/>
              <a:gdLst/>
              <a:ahLst/>
              <a:cxnLst/>
              <a:rect l="0" t="0" r="0" b="0"/>
              <a:pathLst>
                <a:path w="52285" h="51881" extrusionOk="0">
                  <a:moveTo>
                    <a:pt x="0" y="0"/>
                  </a:moveTo>
                  <a:lnTo>
                    <a:pt x="51747" y="51881"/>
                  </a:lnTo>
                  <a:lnTo>
                    <a:pt x="52285" y="51478"/>
                  </a:lnTo>
                  <a:lnTo>
                    <a:pt x="46908"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1308" name="Shape 1308"/>
            <p:cNvSpPr/>
            <p:nvPr/>
          </p:nvSpPr>
          <p:spPr>
            <a:xfrm>
              <a:off x="6094900" y="1431100"/>
              <a:ext cx="1075300" cy="1065175"/>
            </a:xfrm>
            <a:custGeom>
              <a:avLst/>
              <a:gdLst/>
              <a:ahLst/>
              <a:cxnLst/>
              <a:rect l="0" t="0" r="0" b="0"/>
              <a:pathLst>
                <a:path w="43012" h="42607" extrusionOk="0">
                  <a:moveTo>
                    <a:pt x="1" y="0"/>
                  </a:moveTo>
                  <a:lnTo>
                    <a:pt x="42608" y="42607"/>
                  </a:lnTo>
                  <a:lnTo>
                    <a:pt x="43011" y="42338"/>
                  </a:lnTo>
                  <a:lnTo>
                    <a:pt x="37769" y="33064"/>
                  </a:lnTo>
                  <a:lnTo>
                    <a:pt x="4571"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1309" name="Shape 1309"/>
            <p:cNvSpPr/>
            <p:nvPr/>
          </p:nvSpPr>
          <p:spPr>
            <a:xfrm>
              <a:off x="6189000" y="1431100"/>
              <a:ext cx="850150" cy="836700"/>
            </a:xfrm>
            <a:custGeom>
              <a:avLst/>
              <a:gdLst/>
              <a:ahLst/>
              <a:cxnLst/>
              <a:rect l="0" t="0" r="0" b="0"/>
              <a:pathLst>
                <a:path w="34006" h="33468" extrusionOk="0">
                  <a:moveTo>
                    <a:pt x="0" y="0"/>
                  </a:moveTo>
                  <a:lnTo>
                    <a:pt x="33602" y="33467"/>
                  </a:lnTo>
                  <a:lnTo>
                    <a:pt x="34005" y="33198"/>
                  </a:lnTo>
                  <a:lnTo>
                    <a:pt x="28629" y="23924"/>
                  </a:lnTo>
                  <a:lnTo>
                    <a:pt x="4705"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1310" name="Shape 1310"/>
            <p:cNvSpPr/>
            <p:nvPr/>
          </p:nvSpPr>
          <p:spPr>
            <a:xfrm>
              <a:off x="6286450" y="1431100"/>
              <a:ext cx="618300" cy="608200"/>
            </a:xfrm>
            <a:custGeom>
              <a:avLst/>
              <a:gdLst/>
              <a:ahLst/>
              <a:cxnLst/>
              <a:rect l="0" t="0" r="0" b="0"/>
              <a:pathLst>
                <a:path w="24732" h="24328" extrusionOk="0">
                  <a:moveTo>
                    <a:pt x="0" y="0"/>
                  </a:moveTo>
                  <a:lnTo>
                    <a:pt x="24328" y="24328"/>
                  </a:lnTo>
                  <a:lnTo>
                    <a:pt x="24731" y="23924"/>
                  </a:lnTo>
                  <a:lnTo>
                    <a:pt x="19489" y="14785"/>
                  </a:lnTo>
                  <a:lnTo>
                    <a:pt x="4704"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1311" name="Shape 1311"/>
            <p:cNvSpPr/>
            <p:nvPr/>
          </p:nvSpPr>
          <p:spPr>
            <a:xfrm>
              <a:off x="6383900" y="1431100"/>
              <a:ext cx="389800" cy="376350"/>
            </a:xfrm>
            <a:custGeom>
              <a:avLst/>
              <a:gdLst/>
              <a:ahLst/>
              <a:cxnLst/>
              <a:rect l="0" t="0" r="0" b="0"/>
              <a:pathLst>
                <a:path w="15592" h="15054" extrusionOk="0">
                  <a:moveTo>
                    <a:pt x="0" y="0"/>
                  </a:moveTo>
                  <a:lnTo>
                    <a:pt x="15188" y="15054"/>
                  </a:lnTo>
                  <a:lnTo>
                    <a:pt x="15591" y="14785"/>
                  </a:lnTo>
                  <a:lnTo>
                    <a:pt x="10215"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1312" name="Shape 1312"/>
            <p:cNvSpPr/>
            <p:nvPr/>
          </p:nvSpPr>
          <p:spPr>
            <a:xfrm>
              <a:off x="6481325" y="1431100"/>
              <a:ext cx="157950" cy="147850"/>
            </a:xfrm>
            <a:custGeom>
              <a:avLst/>
              <a:gdLst/>
              <a:ahLst/>
              <a:cxnLst/>
              <a:rect l="0" t="0" r="0" b="0"/>
              <a:pathLst>
                <a:path w="6318" h="5914" extrusionOk="0">
                  <a:moveTo>
                    <a:pt x="1" y="0"/>
                  </a:moveTo>
                  <a:lnTo>
                    <a:pt x="5915" y="5914"/>
                  </a:lnTo>
                  <a:lnTo>
                    <a:pt x="6318" y="5645"/>
                  </a:lnTo>
                  <a:lnTo>
                    <a:pt x="3092"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1313" name="Shape 1313"/>
          <p:cNvSpPr/>
          <p:nvPr/>
        </p:nvSpPr>
        <p:spPr>
          <a:xfrm rot="10800000" flipH="1">
            <a:off x="-123825" y="847791"/>
            <a:ext cx="674400" cy="584400"/>
          </a:xfrm>
          <a:prstGeom prst="hexagon">
            <a:avLst>
              <a:gd name="adj" fmla="val 28678"/>
              <a:gd name="vf" fmla="val 115470"/>
            </a:avLst>
          </a:prstGeom>
          <a:noFill/>
          <a:ln w="9525" cap="flat" cmpd="sng">
            <a:solidFill>
              <a:srgbClr val="19BBD5"/>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314" name="Shape 1314"/>
          <p:cNvSpPr/>
          <p:nvPr/>
        </p:nvSpPr>
        <p:spPr>
          <a:xfrm rot="10800000" flipH="1">
            <a:off x="503115" y="1161450"/>
            <a:ext cx="352800" cy="305400"/>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1315" name="Shape 1315"/>
          <p:cNvSpPr/>
          <p:nvPr/>
        </p:nvSpPr>
        <p:spPr>
          <a:xfrm rot="10800000" flipH="1">
            <a:off x="1208423" y="-131812"/>
            <a:ext cx="674400" cy="584400"/>
          </a:xfrm>
          <a:prstGeom prst="hexagon">
            <a:avLst>
              <a:gd name="adj" fmla="val 28678"/>
              <a:gd name="vf" fmla="val 115470"/>
            </a:avLst>
          </a:prstGeom>
          <a:noFill/>
          <a:ln w="76200" cap="flat" cmpd="sng">
            <a:solidFill>
              <a:srgbClr val="184769"/>
            </a:solidFill>
            <a:prstDash val="solid"/>
            <a:miter/>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316" name="Shape 1316"/>
          <p:cNvSpPr/>
          <p:nvPr/>
        </p:nvSpPr>
        <p:spPr>
          <a:xfrm rot="10800000" flipH="1">
            <a:off x="247753" y="49692"/>
            <a:ext cx="295199" cy="255599"/>
          </a:xfrm>
          <a:prstGeom prst="hexagon">
            <a:avLst>
              <a:gd name="adj" fmla="val 28678"/>
              <a:gd name="vf" fmla="val 115470"/>
            </a:avLst>
          </a:prstGeom>
          <a:solidFill>
            <a:srgbClr val="00E1C6"/>
          </a:solidFill>
          <a:ln>
            <a:noFill/>
          </a:ln>
        </p:spPr>
        <p:txBody>
          <a:bodyPr lIns="91425" tIns="91425" rIns="91425" bIns="91425" anchor="ctr" anchorCtr="0">
            <a:noAutofit/>
          </a:bodyPr>
          <a:lstStyle/>
          <a:p>
            <a:pPr lvl="0">
              <a:spcBef>
                <a:spcPts val="0"/>
              </a:spcBef>
              <a:buNone/>
            </a:pPr>
            <a:endParaRPr/>
          </a:p>
        </p:txBody>
      </p:sp>
      <p:grpSp>
        <p:nvGrpSpPr>
          <p:cNvPr id="1317" name="Shape 1317"/>
          <p:cNvGrpSpPr/>
          <p:nvPr/>
        </p:nvGrpSpPr>
        <p:grpSpPr>
          <a:xfrm rot="10800000" flipH="1">
            <a:off x="8218342" y="4123089"/>
            <a:ext cx="685311" cy="593091"/>
            <a:chOff x="238125" y="1431100"/>
            <a:chExt cx="3296350" cy="2852775"/>
          </a:xfrm>
        </p:grpSpPr>
        <p:sp>
          <p:nvSpPr>
            <p:cNvPr id="1318" name="Shape 1318"/>
            <p:cNvSpPr/>
            <p:nvPr/>
          </p:nvSpPr>
          <p:spPr>
            <a:xfrm>
              <a:off x="980725" y="4136025"/>
              <a:ext cx="157950" cy="147850"/>
            </a:xfrm>
            <a:custGeom>
              <a:avLst/>
              <a:gdLst/>
              <a:ahLst/>
              <a:cxnLst/>
              <a:rect l="0" t="0" r="0" b="0"/>
              <a:pathLst>
                <a:path w="6318" h="5914" extrusionOk="0">
                  <a:moveTo>
                    <a:pt x="403" y="0"/>
                  </a:moveTo>
                  <a:lnTo>
                    <a:pt x="0" y="269"/>
                  </a:lnTo>
                  <a:lnTo>
                    <a:pt x="3226" y="5914"/>
                  </a:lnTo>
                  <a:lnTo>
                    <a:pt x="6317" y="5914"/>
                  </a:lnTo>
                  <a:lnTo>
                    <a:pt x="403"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1319" name="Shape 1319"/>
            <p:cNvSpPr/>
            <p:nvPr/>
          </p:nvSpPr>
          <p:spPr>
            <a:xfrm>
              <a:off x="849675" y="3907525"/>
              <a:ext cx="386425" cy="376350"/>
            </a:xfrm>
            <a:custGeom>
              <a:avLst/>
              <a:gdLst/>
              <a:ahLst/>
              <a:cxnLst/>
              <a:rect l="0" t="0" r="0" b="0"/>
              <a:pathLst>
                <a:path w="15457" h="15054" extrusionOk="0">
                  <a:moveTo>
                    <a:pt x="403" y="0"/>
                  </a:moveTo>
                  <a:lnTo>
                    <a:pt x="0" y="269"/>
                  </a:lnTo>
                  <a:lnTo>
                    <a:pt x="5242" y="9543"/>
                  </a:lnTo>
                  <a:lnTo>
                    <a:pt x="10887" y="15054"/>
                  </a:lnTo>
                  <a:lnTo>
                    <a:pt x="15457" y="15054"/>
                  </a:lnTo>
                  <a:lnTo>
                    <a:pt x="403"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1320" name="Shape 1320"/>
            <p:cNvSpPr/>
            <p:nvPr/>
          </p:nvSpPr>
          <p:spPr>
            <a:xfrm>
              <a:off x="715250" y="3675675"/>
              <a:ext cx="618300" cy="608200"/>
            </a:xfrm>
            <a:custGeom>
              <a:avLst/>
              <a:gdLst/>
              <a:ahLst/>
              <a:cxnLst/>
              <a:rect l="0" t="0" r="0" b="0"/>
              <a:pathLst>
                <a:path w="24732" h="24328" extrusionOk="0">
                  <a:moveTo>
                    <a:pt x="404" y="0"/>
                  </a:moveTo>
                  <a:lnTo>
                    <a:pt x="1" y="404"/>
                  </a:lnTo>
                  <a:lnTo>
                    <a:pt x="5377" y="9543"/>
                  </a:lnTo>
                  <a:lnTo>
                    <a:pt x="20162"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1321" name="Shape 1321"/>
            <p:cNvSpPr/>
            <p:nvPr/>
          </p:nvSpPr>
          <p:spPr>
            <a:xfrm>
              <a:off x="584200" y="3447175"/>
              <a:ext cx="846800" cy="836700"/>
            </a:xfrm>
            <a:custGeom>
              <a:avLst/>
              <a:gdLst/>
              <a:ahLst/>
              <a:cxnLst/>
              <a:rect l="0" t="0" r="0" b="0"/>
              <a:pathLst>
                <a:path w="33872" h="33468" extrusionOk="0">
                  <a:moveTo>
                    <a:pt x="404" y="1"/>
                  </a:moveTo>
                  <a:lnTo>
                    <a:pt x="1" y="270"/>
                  </a:lnTo>
                  <a:lnTo>
                    <a:pt x="5243" y="9544"/>
                  </a:lnTo>
                  <a:lnTo>
                    <a:pt x="29167" y="33468"/>
                  </a:lnTo>
                  <a:lnTo>
                    <a:pt x="33872"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1322" name="Shape 1322"/>
            <p:cNvSpPr/>
            <p:nvPr/>
          </p:nvSpPr>
          <p:spPr>
            <a:xfrm>
              <a:off x="449800" y="3218700"/>
              <a:ext cx="1078650" cy="1065175"/>
            </a:xfrm>
            <a:custGeom>
              <a:avLst/>
              <a:gdLst/>
              <a:ahLst/>
              <a:cxnLst/>
              <a:rect l="0" t="0" r="0" b="0"/>
              <a:pathLst>
                <a:path w="43146" h="42607" extrusionOk="0">
                  <a:moveTo>
                    <a:pt x="404" y="0"/>
                  </a:moveTo>
                  <a:lnTo>
                    <a:pt x="1"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1323" name="Shape 1323"/>
            <p:cNvSpPr/>
            <p:nvPr/>
          </p:nvSpPr>
          <p:spPr>
            <a:xfrm>
              <a:off x="318750" y="2990200"/>
              <a:ext cx="1307150" cy="1293675"/>
            </a:xfrm>
            <a:custGeom>
              <a:avLst/>
              <a:gdLst/>
              <a:ahLst/>
              <a:cxnLst/>
              <a:rect l="0" t="0" r="0" b="0"/>
              <a:pathLst>
                <a:path w="52286" h="51747" extrusionOk="0">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1324" name="Shape 1324"/>
            <p:cNvSpPr/>
            <p:nvPr/>
          </p:nvSpPr>
          <p:spPr>
            <a:xfrm>
              <a:off x="1286500" y="3964650"/>
              <a:ext cx="436850" cy="319225"/>
            </a:xfrm>
            <a:custGeom>
              <a:avLst/>
              <a:gdLst/>
              <a:ahLst/>
              <a:cxnLst/>
              <a:rect l="0" t="0" r="0" b="0"/>
              <a:pathLst>
                <a:path w="17474" h="12769" extrusionOk="0">
                  <a:moveTo>
                    <a:pt x="0" y="0"/>
                  </a:moveTo>
                  <a:lnTo>
                    <a:pt x="12769" y="12769"/>
                  </a:lnTo>
                  <a:lnTo>
                    <a:pt x="17473" y="12769"/>
                  </a:lnTo>
                  <a:lnTo>
                    <a:pt x="4704"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1325" name="Shape 1325"/>
            <p:cNvSpPr/>
            <p:nvPr/>
          </p:nvSpPr>
          <p:spPr>
            <a:xfrm>
              <a:off x="238125" y="2822200"/>
              <a:ext cx="924075" cy="1008075"/>
            </a:xfrm>
            <a:custGeom>
              <a:avLst/>
              <a:gdLst/>
              <a:ahLst/>
              <a:cxnLst/>
              <a:rect l="0" t="0" r="0" b="0"/>
              <a:pathLst>
                <a:path w="36963" h="40323" extrusionOk="0">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1326" name="Shape 1326"/>
            <p:cNvSpPr/>
            <p:nvPr/>
          </p:nvSpPr>
          <p:spPr>
            <a:xfrm>
              <a:off x="138392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1327" name="Shape 1327"/>
            <p:cNvSpPr/>
            <p:nvPr/>
          </p:nvSpPr>
          <p:spPr>
            <a:xfrm>
              <a:off x="251550" y="2761700"/>
              <a:ext cx="779600" cy="840075"/>
            </a:xfrm>
            <a:custGeom>
              <a:avLst/>
              <a:gdLst/>
              <a:ahLst/>
              <a:cxnLst/>
              <a:rect l="0" t="0" r="0" b="0"/>
              <a:pathLst>
                <a:path w="31184" h="33603" extrusionOk="0">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1328" name="Shape 1328"/>
            <p:cNvSpPr/>
            <p:nvPr/>
          </p:nvSpPr>
          <p:spPr>
            <a:xfrm>
              <a:off x="288525" y="2697875"/>
              <a:ext cx="608200" cy="675400"/>
            </a:xfrm>
            <a:custGeom>
              <a:avLst/>
              <a:gdLst/>
              <a:ahLst/>
              <a:cxnLst/>
              <a:rect l="0" t="0" r="0" b="0"/>
              <a:pathLst>
                <a:path w="24328" h="27016" extrusionOk="0">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1329" name="Shape 1329"/>
            <p:cNvSpPr/>
            <p:nvPr/>
          </p:nvSpPr>
          <p:spPr>
            <a:xfrm>
              <a:off x="1481375" y="396465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1330" name="Shape 1330"/>
            <p:cNvSpPr/>
            <p:nvPr/>
          </p:nvSpPr>
          <p:spPr>
            <a:xfrm>
              <a:off x="1578825" y="3964650"/>
              <a:ext cx="433500" cy="319225"/>
            </a:xfrm>
            <a:custGeom>
              <a:avLst/>
              <a:gdLst/>
              <a:ahLst/>
              <a:cxnLst/>
              <a:rect l="0" t="0" r="0" b="0"/>
              <a:pathLst>
                <a:path w="17340" h="12769" extrusionOk="0">
                  <a:moveTo>
                    <a:pt x="1" y="0"/>
                  </a:moveTo>
                  <a:lnTo>
                    <a:pt x="12769" y="12769"/>
                  </a:lnTo>
                  <a:lnTo>
                    <a:pt x="17339" y="12769"/>
                  </a:lnTo>
                  <a:lnTo>
                    <a:pt x="4570" y="0"/>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1331" name="Shape 1331"/>
            <p:cNvSpPr/>
            <p:nvPr/>
          </p:nvSpPr>
          <p:spPr>
            <a:xfrm>
              <a:off x="322125" y="2637375"/>
              <a:ext cx="443550" cy="504050"/>
            </a:xfrm>
            <a:custGeom>
              <a:avLst/>
              <a:gdLst/>
              <a:ahLst/>
              <a:cxnLst/>
              <a:rect l="0" t="0" r="0" b="0"/>
              <a:pathLst>
                <a:path w="17742" h="20162" extrusionOk="0">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1332" name="Shape 1332"/>
            <p:cNvSpPr/>
            <p:nvPr/>
          </p:nvSpPr>
          <p:spPr>
            <a:xfrm>
              <a:off x="359075" y="2576900"/>
              <a:ext cx="275575" cy="336050"/>
            </a:xfrm>
            <a:custGeom>
              <a:avLst/>
              <a:gdLst/>
              <a:ahLst/>
              <a:cxnLst/>
              <a:rect l="0" t="0" r="0" b="0"/>
              <a:pathLst>
                <a:path w="11023" h="13442" extrusionOk="0">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1333" name="Shape 1333"/>
            <p:cNvSpPr/>
            <p:nvPr/>
          </p:nvSpPr>
          <p:spPr>
            <a:xfrm>
              <a:off x="1676275" y="396465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1334" name="Shape 1334"/>
            <p:cNvSpPr/>
            <p:nvPr/>
          </p:nvSpPr>
          <p:spPr>
            <a:xfrm>
              <a:off x="392675" y="2513050"/>
              <a:ext cx="275575" cy="309175"/>
            </a:xfrm>
            <a:custGeom>
              <a:avLst/>
              <a:gdLst/>
              <a:ahLst/>
              <a:cxnLst/>
              <a:rect l="0" t="0" r="0" b="0"/>
              <a:pathLst>
                <a:path w="11023" h="12367" extrusionOk="0">
                  <a:moveTo>
                    <a:pt x="1748" y="1"/>
                  </a:moveTo>
                  <a:lnTo>
                    <a:pt x="1" y="2958"/>
                  </a:lnTo>
                  <a:lnTo>
                    <a:pt x="9409" y="12366"/>
                  </a:lnTo>
                  <a:lnTo>
                    <a:pt x="11022" y="9409"/>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1335" name="Shape 1335"/>
            <p:cNvSpPr/>
            <p:nvPr/>
          </p:nvSpPr>
          <p:spPr>
            <a:xfrm>
              <a:off x="1773725" y="3964650"/>
              <a:ext cx="433475" cy="319225"/>
            </a:xfrm>
            <a:custGeom>
              <a:avLst/>
              <a:gdLst/>
              <a:ahLst/>
              <a:cxnLst/>
              <a:rect l="0" t="0" r="0" b="0"/>
              <a:pathLst>
                <a:path w="17339" h="12769" extrusionOk="0">
                  <a:moveTo>
                    <a:pt x="0" y="0"/>
                  </a:moveTo>
                  <a:lnTo>
                    <a:pt x="12634" y="12769"/>
                  </a:lnTo>
                  <a:lnTo>
                    <a:pt x="17339" y="12769"/>
                  </a:lnTo>
                  <a:lnTo>
                    <a:pt x="4570" y="0"/>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1336" name="Shape 1336"/>
            <p:cNvSpPr/>
            <p:nvPr/>
          </p:nvSpPr>
          <p:spPr>
            <a:xfrm>
              <a:off x="429650" y="24525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1337" name="Shape 1337"/>
            <p:cNvSpPr/>
            <p:nvPr/>
          </p:nvSpPr>
          <p:spPr>
            <a:xfrm>
              <a:off x="1871150" y="3964650"/>
              <a:ext cx="433500" cy="319225"/>
            </a:xfrm>
            <a:custGeom>
              <a:avLst/>
              <a:gdLst/>
              <a:ahLst/>
              <a:cxnLst/>
              <a:rect l="0" t="0" r="0" b="0"/>
              <a:pathLst>
                <a:path w="17340" h="12769" extrusionOk="0">
                  <a:moveTo>
                    <a:pt x="1" y="0"/>
                  </a:moveTo>
                  <a:lnTo>
                    <a:pt x="12635" y="12769"/>
                  </a:lnTo>
                  <a:lnTo>
                    <a:pt x="17340" y="12769"/>
                  </a:lnTo>
                  <a:lnTo>
                    <a:pt x="4571" y="0"/>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1338" name="Shape 1338"/>
            <p:cNvSpPr/>
            <p:nvPr/>
          </p:nvSpPr>
          <p:spPr>
            <a:xfrm>
              <a:off x="1965250" y="3964650"/>
              <a:ext cx="436850" cy="319225"/>
            </a:xfrm>
            <a:custGeom>
              <a:avLst/>
              <a:gdLst/>
              <a:ahLst/>
              <a:cxnLst/>
              <a:rect l="0" t="0" r="0" b="0"/>
              <a:pathLst>
                <a:path w="17474" h="12769" extrusionOk="0">
                  <a:moveTo>
                    <a:pt x="0" y="0"/>
                  </a:moveTo>
                  <a:lnTo>
                    <a:pt x="12769" y="12769"/>
                  </a:lnTo>
                  <a:lnTo>
                    <a:pt x="17473" y="12769"/>
                  </a:lnTo>
                  <a:lnTo>
                    <a:pt x="4705"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1339" name="Shape 1339"/>
            <p:cNvSpPr/>
            <p:nvPr/>
          </p:nvSpPr>
          <p:spPr>
            <a:xfrm>
              <a:off x="466600" y="23921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1340" name="Shape 1340"/>
            <p:cNvSpPr/>
            <p:nvPr/>
          </p:nvSpPr>
          <p:spPr>
            <a:xfrm>
              <a:off x="206270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1341" name="Shape 1341"/>
            <p:cNvSpPr/>
            <p:nvPr/>
          </p:nvSpPr>
          <p:spPr>
            <a:xfrm>
              <a:off x="500200" y="2328250"/>
              <a:ext cx="275575" cy="309150"/>
            </a:xfrm>
            <a:custGeom>
              <a:avLst/>
              <a:gdLst/>
              <a:ahLst/>
              <a:cxnLst/>
              <a:rect l="0" t="0" r="0" b="0"/>
              <a:pathLst>
                <a:path w="11023" h="12366" extrusionOk="0">
                  <a:moveTo>
                    <a:pt x="1748" y="1"/>
                  </a:moveTo>
                  <a:lnTo>
                    <a:pt x="1" y="2957"/>
                  </a:lnTo>
                  <a:lnTo>
                    <a:pt x="9275" y="12366"/>
                  </a:lnTo>
                  <a:lnTo>
                    <a:pt x="11022" y="9409"/>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1342" name="Shape 1342"/>
            <p:cNvSpPr/>
            <p:nvPr/>
          </p:nvSpPr>
          <p:spPr>
            <a:xfrm>
              <a:off x="537175" y="2267775"/>
              <a:ext cx="275550" cy="305800"/>
            </a:xfrm>
            <a:custGeom>
              <a:avLst/>
              <a:gdLst/>
              <a:ahLst/>
              <a:cxnLst/>
              <a:rect l="0" t="0" r="0" b="0"/>
              <a:pathLst>
                <a:path w="11022" h="12232" extrusionOk="0">
                  <a:moveTo>
                    <a:pt x="1613" y="0"/>
                  </a:moveTo>
                  <a:lnTo>
                    <a:pt x="0" y="2957"/>
                  </a:lnTo>
                  <a:lnTo>
                    <a:pt x="9274" y="12231"/>
                  </a:lnTo>
                  <a:lnTo>
                    <a:pt x="11022" y="9274"/>
                  </a:lnTo>
                  <a:lnTo>
                    <a:pt x="1613"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1343" name="Shape 1343"/>
            <p:cNvSpPr/>
            <p:nvPr/>
          </p:nvSpPr>
          <p:spPr>
            <a:xfrm>
              <a:off x="2160150" y="3964650"/>
              <a:ext cx="433475" cy="319225"/>
            </a:xfrm>
            <a:custGeom>
              <a:avLst/>
              <a:gdLst/>
              <a:ahLst/>
              <a:cxnLst/>
              <a:rect l="0" t="0" r="0" b="0"/>
              <a:pathLst>
                <a:path w="17339" h="12769" extrusionOk="0">
                  <a:moveTo>
                    <a:pt x="0" y="0"/>
                  </a:moveTo>
                  <a:lnTo>
                    <a:pt x="12769" y="12769"/>
                  </a:lnTo>
                  <a:lnTo>
                    <a:pt x="17339" y="12769"/>
                  </a:lnTo>
                  <a:lnTo>
                    <a:pt x="4704"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1344" name="Shape 1344"/>
            <p:cNvSpPr/>
            <p:nvPr/>
          </p:nvSpPr>
          <p:spPr>
            <a:xfrm>
              <a:off x="570775" y="2207275"/>
              <a:ext cx="275550" cy="305800"/>
            </a:xfrm>
            <a:custGeom>
              <a:avLst/>
              <a:gdLst/>
              <a:ahLst/>
              <a:cxnLst/>
              <a:rect l="0" t="0" r="0" b="0"/>
              <a:pathLst>
                <a:path w="11022" h="12232" extrusionOk="0">
                  <a:moveTo>
                    <a:pt x="1748" y="1"/>
                  </a:moveTo>
                  <a:lnTo>
                    <a:pt x="0" y="2958"/>
                  </a:lnTo>
                  <a:lnTo>
                    <a:pt x="9409" y="12232"/>
                  </a:lnTo>
                  <a:lnTo>
                    <a:pt x="11022" y="9275"/>
                  </a:lnTo>
                  <a:lnTo>
                    <a:pt x="1748"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1345" name="Shape 1345"/>
            <p:cNvSpPr/>
            <p:nvPr/>
          </p:nvSpPr>
          <p:spPr>
            <a:xfrm>
              <a:off x="2257575" y="3964650"/>
              <a:ext cx="433500" cy="319225"/>
            </a:xfrm>
            <a:custGeom>
              <a:avLst/>
              <a:gdLst/>
              <a:ahLst/>
              <a:cxnLst/>
              <a:rect l="0" t="0" r="0" b="0"/>
              <a:pathLst>
                <a:path w="17340" h="12769" extrusionOk="0">
                  <a:moveTo>
                    <a:pt x="1" y="0"/>
                  </a:moveTo>
                  <a:lnTo>
                    <a:pt x="12770" y="12769"/>
                  </a:lnTo>
                  <a:lnTo>
                    <a:pt x="17339" y="12769"/>
                  </a:lnTo>
                  <a:lnTo>
                    <a:pt x="4705" y="0"/>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1346" name="Shape 1346"/>
            <p:cNvSpPr/>
            <p:nvPr/>
          </p:nvSpPr>
          <p:spPr>
            <a:xfrm>
              <a:off x="2355025" y="3964650"/>
              <a:ext cx="383100" cy="319225"/>
            </a:xfrm>
            <a:custGeom>
              <a:avLst/>
              <a:gdLst/>
              <a:ahLst/>
              <a:cxnLst/>
              <a:rect l="0" t="0" r="0" b="0"/>
              <a:pathLst>
                <a:path w="15324" h="12769" extrusionOk="0">
                  <a:moveTo>
                    <a:pt x="1" y="0"/>
                  </a:moveTo>
                  <a:lnTo>
                    <a:pt x="12769" y="12769"/>
                  </a:lnTo>
                  <a:lnTo>
                    <a:pt x="14248" y="12769"/>
                  </a:lnTo>
                  <a:lnTo>
                    <a:pt x="15323" y="10753"/>
                  </a:lnTo>
                  <a:lnTo>
                    <a:pt x="4570" y="0"/>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1347" name="Shape 1347"/>
            <p:cNvSpPr/>
            <p:nvPr/>
          </p:nvSpPr>
          <p:spPr>
            <a:xfrm>
              <a:off x="607725" y="2146800"/>
              <a:ext cx="275575" cy="305800"/>
            </a:xfrm>
            <a:custGeom>
              <a:avLst/>
              <a:gdLst/>
              <a:ahLst/>
              <a:cxnLst/>
              <a:rect l="0" t="0" r="0" b="0"/>
              <a:pathLst>
                <a:path w="11023" h="12232" extrusionOk="0">
                  <a:moveTo>
                    <a:pt x="1614" y="1"/>
                  </a:moveTo>
                  <a:lnTo>
                    <a:pt x="1" y="2823"/>
                  </a:lnTo>
                  <a:lnTo>
                    <a:pt x="9275" y="12232"/>
                  </a:lnTo>
                  <a:lnTo>
                    <a:pt x="11022" y="9275"/>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1348" name="Shape 1348"/>
            <p:cNvSpPr/>
            <p:nvPr/>
          </p:nvSpPr>
          <p:spPr>
            <a:xfrm>
              <a:off x="2452475" y="3941125"/>
              <a:ext cx="322600" cy="305800"/>
            </a:xfrm>
            <a:custGeom>
              <a:avLst/>
              <a:gdLst/>
              <a:ahLst/>
              <a:cxnLst/>
              <a:rect l="0" t="0" r="0" b="0"/>
              <a:pathLst>
                <a:path w="12904" h="12232" extrusionOk="0">
                  <a:moveTo>
                    <a:pt x="3495" y="1"/>
                  </a:moveTo>
                  <a:lnTo>
                    <a:pt x="2957" y="941"/>
                  </a:lnTo>
                  <a:lnTo>
                    <a:pt x="0" y="941"/>
                  </a:lnTo>
                  <a:lnTo>
                    <a:pt x="11156" y="12232"/>
                  </a:lnTo>
                  <a:lnTo>
                    <a:pt x="12904" y="9275"/>
                  </a:lnTo>
                  <a:lnTo>
                    <a:pt x="3495"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1349" name="Shape 1349"/>
            <p:cNvSpPr/>
            <p:nvPr/>
          </p:nvSpPr>
          <p:spPr>
            <a:xfrm>
              <a:off x="641325" y="2082950"/>
              <a:ext cx="275575" cy="305800"/>
            </a:xfrm>
            <a:custGeom>
              <a:avLst/>
              <a:gdLst/>
              <a:ahLst/>
              <a:cxnLst/>
              <a:rect l="0" t="0" r="0" b="0"/>
              <a:pathLst>
                <a:path w="11023" h="12232" extrusionOk="0">
                  <a:moveTo>
                    <a:pt x="1748" y="1"/>
                  </a:moveTo>
                  <a:lnTo>
                    <a:pt x="1" y="2958"/>
                  </a:lnTo>
                  <a:lnTo>
                    <a:pt x="9409" y="12232"/>
                  </a:lnTo>
                  <a:lnTo>
                    <a:pt x="11022" y="9409"/>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1350" name="Shape 1350"/>
            <p:cNvSpPr/>
            <p:nvPr/>
          </p:nvSpPr>
          <p:spPr>
            <a:xfrm>
              <a:off x="678300" y="2022475"/>
              <a:ext cx="275550" cy="305800"/>
            </a:xfrm>
            <a:custGeom>
              <a:avLst/>
              <a:gdLst/>
              <a:ahLst/>
              <a:cxnLst/>
              <a:rect l="0" t="0" r="0" b="0"/>
              <a:pathLst>
                <a:path w="11022" h="12232" extrusionOk="0">
                  <a:moveTo>
                    <a:pt x="1748" y="1"/>
                  </a:moveTo>
                  <a:lnTo>
                    <a:pt x="0" y="2957"/>
                  </a:lnTo>
                  <a:lnTo>
                    <a:pt x="9274" y="12232"/>
                  </a:lnTo>
                  <a:lnTo>
                    <a:pt x="11022" y="9275"/>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1351" name="Shape 1351"/>
            <p:cNvSpPr/>
            <p:nvPr/>
          </p:nvSpPr>
          <p:spPr>
            <a:xfrm>
              <a:off x="2533125" y="3877275"/>
              <a:ext cx="275550" cy="309175"/>
            </a:xfrm>
            <a:custGeom>
              <a:avLst/>
              <a:gdLst/>
              <a:ahLst/>
              <a:cxnLst/>
              <a:rect l="0" t="0" r="0" b="0"/>
              <a:pathLst>
                <a:path w="11022" h="12367" extrusionOk="0">
                  <a:moveTo>
                    <a:pt x="1748" y="1"/>
                  </a:moveTo>
                  <a:lnTo>
                    <a:pt x="0" y="2958"/>
                  </a:lnTo>
                  <a:lnTo>
                    <a:pt x="9409" y="12366"/>
                  </a:lnTo>
                  <a:lnTo>
                    <a:pt x="11022" y="9409"/>
                  </a:lnTo>
                  <a:lnTo>
                    <a:pt x="1748"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1352" name="Shape 1352"/>
            <p:cNvSpPr/>
            <p:nvPr/>
          </p:nvSpPr>
          <p:spPr>
            <a:xfrm>
              <a:off x="2570075" y="3816800"/>
              <a:ext cx="275575" cy="305800"/>
            </a:xfrm>
            <a:custGeom>
              <a:avLst/>
              <a:gdLst/>
              <a:ahLst/>
              <a:cxnLst/>
              <a:rect l="0" t="0" r="0" b="0"/>
              <a:pathLst>
                <a:path w="11023" h="12232" extrusionOk="0">
                  <a:moveTo>
                    <a:pt x="1614" y="1"/>
                  </a:moveTo>
                  <a:lnTo>
                    <a:pt x="1" y="2957"/>
                  </a:lnTo>
                  <a:lnTo>
                    <a:pt x="9275" y="12232"/>
                  </a:lnTo>
                  <a:lnTo>
                    <a:pt x="11022" y="9275"/>
                  </a:lnTo>
                  <a:lnTo>
                    <a:pt x="1614" y="1"/>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1353" name="Shape 1353"/>
            <p:cNvSpPr/>
            <p:nvPr/>
          </p:nvSpPr>
          <p:spPr>
            <a:xfrm>
              <a:off x="711900" y="1962000"/>
              <a:ext cx="275550" cy="305800"/>
            </a:xfrm>
            <a:custGeom>
              <a:avLst/>
              <a:gdLst/>
              <a:ahLst/>
              <a:cxnLst/>
              <a:rect l="0" t="0" r="0" b="0"/>
              <a:pathLst>
                <a:path w="11022" h="12232" extrusionOk="0">
                  <a:moveTo>
                    <a:pt x="1748" y="0"/>
                  </a:moveTo>
                  <a:lnTo>
                    <a:pt x="0" y="2957"/>
                  </a:lnTo>
                  <a:lnTo>
                    <a:pt x="9409" y="12231"/>
                  </a:lnTo>
                  <a:lnTo>
                    <a:pt x="11022" y="9274"/>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1354" name="Shape 1354"/>
            <p:cNvSpPr/>
            <p:nvPr/>
          </p:nvSpPr>
          <p:spPr>
            <a:xfrm>
              <a:off x="2603675" y="37563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1355" name="Shape 1355"/>
            <p:cNvSpPr/>
            <p:nvPr/>
          </p:nvSpPr>
          <p:spPr>
            <a:xfrm>
              <a:off x="748850" y="1898150"/>
              <a:ext cx="275575" cy="309150"/>
            </a:xfrm>
            <a:custGeom>
              <a:avLst/>
              <a:gdLst/>
              <a:ahLst/>
              <a:cxnLst/>
              <a:rect l="0" t="0" r="0" b="0"/>
              <a:pathLst>
                <a:path w="11023" h="12366" extrusionOk="0">
                  <a:moveTo>
                    <a:pt x="1748" y="0"/>
                  </a:moveTo>
                  <a:lnTo>
                    <a:pt x="1" y="2957"/>
                  </a:lnTo>
                  <a:lnTo>
                    <a:pt x="9275" y="12366"/>
                  </a:lnTo>
                  <a:lnTo>
                    <a:pt x="11022" y="9409"/>
                  </a:lnTo>
                  <a:lnTo>
                    <a:pt x="1748"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1356" name="Shape 1356"/>
            <p:cNvSpPr/>
            <p:nvPr/>
          </p:nvSpPr>
          <p:spPr>
            <a:xfrm>
              <a:off x="2640650" y="36924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1357" name="Shape 1357"/>
            <p:cNvSpPr/>
            <p:nvPr/>
          </p:nvSpPr>
          <p:spPr>
            <a:xfrm>
              <a:off x="785825" y="1837675"/>
              <a:ext cx="275550" cy="305800"/>
            </a:xfrm>
            <a:custGeom>
              <a:avLst/>
              <a:gdLst/>
              <a:ahLst/>
              <a:cxnLst/>
              <a:rect l="0" t="0" r="0" b="0"/>
              <a:pathLst>
                <a:path w="11022" h="12232" extrusionOk="0">
                  <a:moveTo>
                    <a:pt x="1613" y="0"/>
                  </a:moveTo>
                  <a:lnTo>
                    <a:pt x="0" y="2957"/>
                  </a:lnTo>
                  <a:lnTo>
                    <a:pt x="9275" y="12231"/>
                  </a:lnTo>
                  <a:lnTo>
                    <a:pt x="11022" y="9274"/>
                  </a:lnTo>
                  <a:lnTo>
                    <a:pt x="1613"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1358" name="Shape 1358"/>
            <p:cNvSpPr/>
            <p:nvPr/>
          </p:nvSpPr>
          <p:spPr>
            <a:xfrm>
              <a:off x="2677600" y="3632000"/>
              <a:ext cx="275575" cy="305800"/>
            </a:xfrm>
            <a:custGeom>
              <a:avLst/>
              <a:gdLst/>
              <a:ahLst/>
              <a:cxnLst/>
              <a:rect l="0" t="0" r="0" b="0"/>
              <a:pathLst>
                <a:path w="11023" h="12232" extrusionOk="0">
                  <a:moveTo>
                    <a:pt x="1614" y="0"/>
                  </a:moveTo>
                  <a:lnTo>
                    <a:pt x="1" y="2957"/>
                  </a:lnTo>
                  <a:lnTo>
                    <a:pt x="9275" y="12231"/>
                  </a:lnTo>
                  <a:lnTo>
                    <a:pt x="11022" y="9274"/>
                  </a:lnTo>
                  <a:lnTo>
                    <a:pt x="1614" y="0"/>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1359" name="Shape 1359"/>
            <p:cNvSpPr/>
            <p:nvPr/>
          </p:nvSpPr>
          <p:spPr>
            <a:xfrm>
              <a:off x="819425" y="1777175"/>
              <a:ext cx="275550" cy="305800"/>
            </a:xfrm>
            <a:custGeom>
              <a:avLst/>
              <a:gdLst/>
              <a:ahLst/>
              <a:cxnLst/>
              <a:rect l="0" t="0" r="0" b="0"/>
              <a:pathLst>
                <a:path w="11022" h="12232" extrusionOk="0">
                  <a:moveTo>
                    <a:pt x="1748" y="1"/>
                  </a:moveTo>
                  <a:lnTo>
                    <a:pt x="0" y="2958"/>
                  </a:lnTo>
                  <a:lnTo>
                    <a:pt x="9275" y="12232"/>
                  </a:lnTo>
                  <a:lnTo>
                    <a:pt x="11022" y="9275"/>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1360" name="Shape 1360"/>
            <p:cNvSpPr/>
            <p:nvPr/>
          </p:nvSpPr>
          <p:spPr>
            <a:xfrm>
              <a:off x="2711200" y="35715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1361" name="Shape 1361"/>
            <p:cNvSpPr/>
            <p:nvPr/>
          </p:nvSpPr>
          <p:spPr>
            <a:xfrm>
              <a:off x="856375" y="1713350"/>
              <a:ext cx="275575" cy="309150"/>
            </a:xfrm>
            <a:custGeom>
              <a:avLst/>
              <a:gdLst/>
              <a:ahLst/>
              <a:cxnLst/>
              <a:rect l="0" t="0" r="0" b="0"/>
              <a:pathLst>
                <a:path w="11023" h="12366" extrusionOk="0">
                  <a:moveTo>
                    <a:pt x="1614" y="0"/>
                  </a:moveTo>
                  <a:lnTo>
                    <a:pt x="1" y="2957"/>
                  </a:lnTo>
                  <a:lnTo>
                    <a:pt x="9275" y="12366"/>
                  </a:lnTo>
                  <a:lnTo>
                    <a:pt x="11022" y="9409"/>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1362" name="Shape 1362"/>
            <p:cNvSpPr/>
            <p:nvPr/>
          </p:nvSpPr>
          <p:spPr>
            <a:xfrm>
              <a:off x="890000" y="1652850"/>
              <a:ext cx="275550" cy="305800"/>
            </a:xfrm>
            <a:custGeom>
              <a:avLst/>
              <a:gdLst/>
              <a:ahLst/>
              <a:cxnLst/>
              <a:rect l="0" t="0" r="0" b="0"/>
              <a:pathLst>
                <a:path w="11022" h="12232" extrusionOk="0">
                  <a:moveTo>
                    <a:pt x="1747" y="1"/>
                  </a:moveTo>
                  <a:lnTo>
                    <a:pt x="0" y="2958"/>
                  </a:lnTo>
                  <a:lnTo>
                    <a:pt x="9409" y="12232"/>
                  </a:lnTo>
                  <a:lnTo>
                    <a:pt x="11021" y="9275"/>
                  </a:lnTo>
                  <a:lnTo>
                    <a:pt x="1747"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1363" name="Shape 1363"/>
            <p:cNvSpPr/>
            <p:nvPr/>
          </p:nvSpPr>
          <p:spPr>
            <a:xfrm>
              <a:off x="2748175" y="3511025"/>
              <a:ext cx="275550" cy="305800"/>
            </a:xfrm>
            <a:custGeom>
              <a:avLst/>
              <a:gdLst/>
              <a:ahLst/>
              <a:cxnLst/>
              <a:rect l="0" t="0" r="0" b="0"/>
              <a:pathLst>
                <a:path w="11022" h="12232" extrusionOk="0">
                  <a:moveTo>
                    <a:pt x="1613" y="1"/>
                  </a:moveTo>
                  <a:lnTo>
                    <a:pt x="0" y="2823"/>
                  </a:lnTo>
                  <a:lnTo>
                    <a:pt x="9274" y="12232"/>
                  </a:lnTo>
                  <a:lnTo>
                    <a:pt x="11022" y="9275"/>
                  </a:lnTo>
                  <a:lnTo>
                    <a:pt x="1613"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1364" name="Shape 1364"/>
            <p:cNvSpPr/>
            <p:nvPr/>
          </p:nvSpPr>
          <p:spPr>
            <a:xfrm>
              <a:off x="2781775" y="3447175"/>
              <a:ext cx="275550" cy="305800"/>
            </a:xfrm>
            <a:custGeom>
              <a:avLst/>
              <a:gdLst/>
              <a:ahLst/>
              <a:cxnLst/>
              <a:rect l="0" t="0" r="0" b="0"/>
              <a:pathLst>
                <a:path w="11022" h="12232" extrusionOk="0">
                  <a:moveTo>
                    <a:pt x="1748" y="1"/>
                  </a:moveTo>
                  <a:lnTo>
                    <a:pt x="0" y="2958"/>
                  </a:lnTo>
                  <a:lnTo>
                    <a:pt x="9409" y="12232"/>
                  </a:lnTo>
                  <a:lnTo>
                    <a:pt x="11022" y="9409"/>
                  </a:lnTo>
                  <a:lnTo>
                    <a:pt x="1748"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1365" name="Shape 1365"/>
            <p:cNvSpPr/>
            <p:nvPr/>
          </p:nvSpPr>
          <p:spPr>
            <a:xfrm>
              <a:off x="926950" y="1592375"/>
              <a:ext cx="275550" cy="305800"/>
            </a:xfrm>
            <a:custGeom>
              <a:avLst/>
              <a:gdLst/>
              <a:ahLst/>
              <a:cxnLst/>
              <a:rect l="0" t="0" r="0" b="0"/>
              <a:pathLst>
                <a:path w="11022" h="12232" extrusionOk="0">
                  <a:moveTo>
                    <a:pt x="1613" y="1"/>
                  </a:moveTo>
                  <a:lnTo>
                    <a:pt x="1" y="2957"/>
                  </a:lnTo>
                  <a:lnTo>
                    <a:pt x="9275" y="12231"/>
                  </a:lnTo>
                  <a:lnTo>
                    <a:pt x="11022" y="9275"/>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1366" name="Shape 1366"/>
            <p:cNvSpPr/>
            <p:nvPr/>
          </p:nvSpPr>
          <p:spPr>
            <a:xfrm>
              <a:off x="960550" y="1531900"/>
              <a:ext cx="275550" cy="305800"/>
            </a:xfrm>
            <a:custGeom>
              <a:avLst/>
              <a:gdLst/>
              <a:ahLst/>
              <a:cxnLst/>
              <a:rect l="0" t="0" r="0" b="0"/>
              <a:pathLst>
                <a:path w="11022" h="12232" extrusionOk="0">
                  <a:moveTo>
                    <a:pt x="1748" y="0"/>
                  </a:moveTo>
                  <a:lnTo>
                    <a:pt x="1" y="2823"/>
                  </a:lnTo>
                  <a:lnTo>
                    <a:pt x="9409" y="12231"/>
                  </a:lnTo>
                  <a:lnTo>
                    <a:pt x="11022" y="9274"/>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1367" name="Shape 1367"/>
            <p:cNvSpPr/>
            <p:nvPr/>
          </p:nvSpPr>
          <p:spPr>
            <a:xfrm>
              <a:off x="2818725" y="3386700"/>
              <a:ext cx="275575" cy="305800"/>
            </a:xfrm>
            <a:custGeom>
              <a:avLst/>
              <a:gdLst/>
              <a:ahLst/>
              <a:cxnLst/>
              <a:rect l="0" t="0" r="0" b="0"/>
              <a:pathLst>
                <a:path w="11023" h="12232" extrusionOk="0">
                  <a:moveTo>
                    <a:pt x="1614" y="1"/>
                  </a:moveTo>
                  <a:lnTo>
                    <a:pt x="1" y="2957"/>
                  </a:lnTo>
                  <a:lnTo>
                    <a:pt x="9275" y="12231"/>
                  </a:lnTo>
                  <a:lnTo>
                    <a:pt x="11022" y="9275"/>
                  </a:lnTo>
                  <a:lnTo>
                    <a:pt x="1614" y="1"/>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1368" name="Shape 1368"/>
            <p:cNvSpPr/>
            <p:nvPr/>
          </p:nvSpPr>
          <p:spPr>
            <a:xfrm>
              <a:off x="997525" y="1468050"/>
              <a:ext cx="322600" cy="305800"/>
            </a:xfrm>
            <a:custGeom>
              <a:avLst/>
              <a:gdLst/>
              <a:ahLst/>
              <a:cxnLst/>
              <a:rect l="0" t="0" r="0" b="0"/>
              <a:pathLst>
                <a:path w="12904" h="12232" extrusionOk="0">
                  <a:moveTo>
                    <a:pt x="1747" y="0"/>
                  </a:moveTo>
                  <a:lnTo>
                    <a:pt x="0" y="2957"/>
                  </a:lnTo>
                  <a:lnTo>
                    <a:pt x="9274" y="12231"/>
                  </a:lnTo>
                  <a:lnTo>
                    <a:pt x="9946" y="11291"/>
                  </a:lnTo>
                  <a:lnTo>
                    <a:pt x="12903" y="11291"/>
                  </a:lnTo>
                  <a:lnTo>
                    <a:pt x="1747"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1369" name="Shape 1369"/>
            <p:cNvSpPr/>
            <p:nvPr/>
          </p:nvSpPr>
          <p:spPr>
            <a:xfrm>
              <a:off x="2852325" y="3326225"/>
              <a:ext cx="275575" cy="305800"/>
            </a:xfrm>
            <a:custGeom>
              <a:avLst/>
              <a:gdLst/>
              <a:ahLst/>
              <a:cxnLst/>
              <a:rect l="0" t="0" r="0" b="0"/>
              <a:pathLst>
                <a:path w="11023" h="12232" extrusionOk="0">
                  <a:moveTo>
                    <a:pt x="1748" y="0"/>
                  </a:moveTo>
                  <a:lnTo>
                    <a:pt x="1" y="2957"/>
                  </a:lnTo>
                  <a:lnTo>
                    <a:pt x="9409" y="12231"/>
                  </a:lnTo>
                  <a:lnTo>
                    <a:pt x="11022" y="9274"/>
                  </a:lnTo>
                  <a:lnTo>
                    <a:pt x="1748"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1370" name="Shape 1370"/>
            <p:cNvSpPr/>
            <p:nvPr/>
          </p:nvSpPr>
          <p:spPr>
            <a:xfrm>
              <a:off x="1034475" y="1431100"/>
              <a:ext cx="383075" cy="319225"/>
            </a:xfrm>
            <a:custGeom>
              <a:avLst/>
              <a:gdLst/>
              <a:ahLst/>
              <a:cxnLst/>
              <a:rect l="0" t="0" r="0" b="0"/>
              <a:pathLst>
                <a:path w="15323" h="12769" extrusionOk="0">
                  <a:moveTo>
                    <a:pt x="1076" y="0"/>
                  </a:moveTo>
                  <a:lnTo>
                    <a:pt x="1" y="2016"/>
                  </a:lnTo>
                  <a:lnTo>
                    <a:pt x="10619" y="12769"/>
                  </a:lnTo>
                  <a:lnTo>
                    <a:pt x="15323" y="12769"/>
                  </a:lnTo>
                  <a:lnTo>
                    <a:pt x="2554"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1371" name="Shape 1371"/>
            <p:cNvSpPr/>
            <p:nvPr/>
          </p:nvSpPr>
          <p:spPr>
            <a:xfrm>
              <a:off x="2889300" y="3262375"/>
              <a:ext cx="275550" cy="309150"/>
            </a:xfrm>
            <a:custGeom>
              <a:avLst/>
              <a:gdLst/>
              <a:ahLst/>
              <a:cxnLst/>
              <a:rect l="0" t="0" r="0" b="0"/>
              <a:pathLst>
                <a:path w="11022" h="12366" extrusionOk="0">
                  <a:moveTo>
                    <a:pt x="1748" y="0"/>
                  </a:moveTo>
                  <a:lnTo>
                    <a:pt x="0" y="2957"/>
                  </a:lnTo>
                  <a:lnTo>
                    <a:pt x="9274" y="12366"/>
                  </a:lnTo>
                  <a:lnTo>
                    <a:pt x="11022" y="9409"/>
                  </a:lnTo>
                  <a:lnTo>
                    <a:pt x="1748"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1372" name="Shape 1372"/>
            <p:cNvSpPr/>
            <p:nvPr/>
          </p:nvSpPr>
          <p:spPr>
            <a:xfrm>
              <a:off x="10781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1373" name="Shape 1373"/>
            <p:cNvSpPr/>
            <p:nvPr/>
          </p:nvSpPr>
          <p:spPr>
            <a:xfrm>
              <a:off x="2926250" y="3201900"/>
              <a:ext cx="272200" cy="305800"/>
            </a:xfrm>
            <a:custGeom>
              <a:avLst/>
              <a:gdLst/>
              <a:ahLst/>
              <a:cxnLst/>
              <a:rect l="0" t="0" r="0" b="0"/>
              <a:pathLst>
                <a:path w="10888" h="12232" extrusionOk="0">
                  <a:moveTo>
                    <a:pt x="1614" y="0"/>
                  </a:moveTo>
                  <a:lnTo>
                    <a:pt x="1" y="2957"/>
                  </a:lnTo>
                  <a:lnTo>
                    <a:pt x="9275" y="12231"/>
                  </a:lnTo>
                  <a:lnTo>
                    <a:pt x="10888" y="9274"/>
                  </a:lnTo>
                  <a:lnTo>
                    <a:pt x="1614"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1374" name="Shape 1374"/>
            <p:cNvSpPr/>
            <p:nvPr/>
          </p:nvSpPr>
          <p:spPr>
            <a:xfrm>
              <a:off x="1175600" y="1431100"/>
              <a:ext cx="436850" cy="319225"/>
            </a:xfrm>
            <a:custGeom>
              <a:avLst/>
              <a:gdLst/>
              <a:ahLst/>
              <a:cxnLst/>
              <a:rect l="0" t="0" r="0" b="0"/>
              <a:pathLst>
                <a:path w="17474" h="12769" extrusionOk="0">
                  <a:moveTo>
                    <a:pt x="1" y="0"/>
                  </a:moveTo>
                  <a:lnTo>
                    <a:pt x="12769" y="12769"/>
                  </a:lnTo>
                  <a:lnTo>
                    <a:pt x="17474" y="12769"/>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1375" name="Shape 1375"/>
            <p:cNvSpPr/>
            <p:nvPr/>
          </p:nvSpPr>
          <p:spPr>
            <a:xfrm>
              <a:off x="2959850" y="3141400"/>
              <a:ext cx="275575" cy="305800"/>
            </a:xfrm>
            <a:custGeom>
              <a:avLst/>
              <a:gdLst/>
              <a:ahLst/>
              <a:cxnLst/>
              <a:rect l="0" t="0" r="0" b="0"/>
              <a:pathLst>
                <a:path w="11023" h="12232" extrusionOk="0">
                  <a:moveTo>
                    <a:pt x="1748" y="1"/>
                  </a:moveTo>
                  <a:lnTo>
                    <a:pt x="1" y="2958"/>
                  </a:lnTo>
                  <a:lnTo>
                    <a:pt x="9275" y="12232"/>
                  </a:lnTo>
                  <a:lnTo>
                    <a:pt x="11022" y="9275"/>
                  </a:lnTo>
                  <a:lnTo>
                    <a:pt x="1748" y="1"/>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1376" name="Shape 1376"/>
            <p:cNvSpPr/>
            <p:nvPr/>
          </p:nvSpPr>
          <p:spPr>
            <a:xfrm>
              <a:off x="2996825" y="3077575"/>
              <a:ext cx="275550" cy="309150"/>
            </a:xfrm>
            <a:custGeom>
              <a:avLst/>
              <a:gdLst/>
              <a:ahLst/>
              <a:cxnLst/>
              <a:rect l="0" t="0" r="0" b="0"/>
              <a:pathLst>
                <a:path w="11022" h="12366" extrusionOk="0">
                  <a:moveTo>
                    <a:pt x="1613" y="0"/>
                  </a:moveTo>
                  <a:lnTo>
                    <a:pt x="0" y="2957"/>
                  </a:lnTo>
                  <a:lnTo>
                    <a:pt x="9275" y="12366"/>
                  </a:lnTo>
                  <a:lnTo>
                    <a:pt x="11022" y="9409"/>
                  </a:lnTo>
                  <a:lnTo>
                    <a:pt x="1613"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1377" name="Shape 1377"/>
            <p:cNvSpPr/>
            <p:nvPr/>
          </p:nvSpPr>
          <p:spPr>
            <a:xfrm>
              <a:off x="1273050" y="1431100"/>
              <a:ext cx="433500" cy="319225"/>
            </a:xfrm>
            <a:custGeom>
              <a:avLst/>
              <a:gdLst/>
              <a:ahLst/>
              <a:cxnLst/>
              <a:rect l="0" t="0" r="0" b="0"/>
              <a:pathLst>
                <a:path w="17340" h="12769" extrusionOk="0">
                  <a:moveTo>
                    <a:pt x="0" y="0"/>
                  </a:moveTo>
                  <a:lnTo>
                    <a:pt x="12769" y="12769"/>
                  </a:lnTo>
                  <a:lnTo>
                    <a:pt x="17339" y="12769"/>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1378" name="Shape 1378"/>
            <p:cNvSpPr/>
            <p:nvPr/>
          </p:nvSpPr>
          <p:spPr>
            <a:xfrm>
              <a:off x="1370500" y="1431100"/>
              <a:ext cx="433475" cy="319225"/>
            </a:xfrm>
            <a:custGeom>
              <a:avLst/>
              <a:gdLst/>
              <a:ahLst/>
              <a:cxnLst/>
              <a:rect l="0" t="0" r="0" b="0"/>
              <a:pathLst>
                <a:path w="17339" h="12769" extrusionOk="0">
                  <a:moveTo>
                    <a:pt x="0" y="0"/>
                  </a:moveTo>
                  <a:lnTo>
                    <a:pt x="12769" y="12769"/>
                  </a:lnTo>
                  <a:lnTo>
                    <a:pt x="17339" y="12769"/>
                  </a:lnTo>
                  <a:lnTo>
                    <a:pt x="4705"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1379" name="Shape 1379"/>
            <p:cNvSpPr/>
            <p:nvPr/>
          </p:nvSpPr>
          <p:spPr>
            <a:xfrm>
              <a:off x="3030425" y="3017075"/>
              <a:ext cx="275550" cy="305800"/>
            </a:xfrm>
            <a:custGeom>
              <a:avLst/>
              <a:gdLst/>
              <a:ahLst/>
              <a:cxnLst/>
              <a:rect l="0" t="0" r="0" b="0"/>
              <a:pathLst>
                <a:path w="11022" h="12232" extrusionOk="0">
                  <a:moveTo>
                    <a:pt x="1748" y="1"/>
                  </a:moveTo>
                  <a:lnTo>
                    <a:pt x="1" y="2958"/>
                  </a:lnTo>
                  <a:lnTo>
                    <a:pt x="9409" y="12232"/>
                  </a:lnTo>
                  <a:lnTo>
                    <a:pt x="11022" y="9275"/>
                  </a:lnTo>
                  <a:lnTo>
                    <a:pt x="1748" y="1"/>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1380" name="Shape 1380"/>
            <p:cNvSpPr/>
            <p:nvPr/>
          </p:nvSpPr>
          <p:spPr>
            <a:xfrm>
              <a:off x="1467950" y="1431100"/>
              <a:ext cx="433475" cy="319225"/>
            </a:xfrm>
            <a:custGeom>
              <a:avLst/>
              <a:gdLst/>
              <a:ahLst/>
              <a:cxnLst/>
              <a:rect l="0" t="0" r="0" b="0"/>
              <a:pathLst>
                <a:path w="17339" h="12769" extrusionOk="0">
                  <a:moveTo>
                    <a:pt x="0" y="0"/>
                  </a:moveTo>
                  <a:lnTo>
                    <a:pt x="12769" y="12769"/>
                  </a:lnTo>
                  <a:lnTo>
                    <a:pt x="17339" y="12769"/>
                  </a:lnTo>
                  <a:lnTo>
                    <a:pt x="4570"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1381" name="Shape 1381"/>
            <p:cNvSpPr/>
            <p:nvPr/>
          </p:nvSpPr>
          <p:spPr>
            <a:xfrm>
              <a:off x="3067375" y="2956600"/>
              <a:ext cx="275575" cy="305800"/>
            </a:xfrm>
            <a:custGeom>
              <a:avLst/>
              <a:gdLst/>
              <a:ahLst/>
              <a:cxnLst/>
              <a:rect l="0" t="0" r="0" b="0"/>
              <a:pathLst>
                <a:path w="11023" h="12232" extrusionOk="0">
                  <a:moveTo>
                    <a:pt x="1614" y="0"/>
                  </a:moveTo>
                  <a:lnTo>
                    <a:pt x="1" y="2957"/>
                  </a:lnTo>
                  <a:lnTo>
                    <a:pt x="9275" y="12231"/>
                  </a:lnTo>
                  <a:lnTo>
                    <a:pt x="11022" y="9275"/>
                  </a:lnTo>
                  <a:lnTo>
                    <a:pt x="1614"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1382" name="Shape 1382"/>
            <p:cNvSpPr/>
            <p:nvPr/>
          </p:nvSpPr>
          <p:spPr>
            <a:xfrm>
              <a:off x="156537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1383" name="Shape 1383"/>
            <p:cNvSpPr/>
            <p:nvPr/>
          </p:nvSpPr>
          <p:spPr>
            <a:xfrm>
              <a:off x="3101000" y="2896125"/>
              <a:ext cx="275550" cy="305800"/>
            </a:xfrm>
            <a:custGeom>
              <a:avLst/>
              <a:gdLst/>
              <a:ahLst/>
              <a:cxnLst/>
              <a:rect l="0" t="0" r="0" b="0"/>
              <a:pathLst>
                <a:path w="11022" h="12232" extrusionOk="0">
                  <a:moveTo>
                    <a:pt x="1747" y="0"/>
                  </a:moveTo>
                  <a:lnTo>
                    <a:pt x="0" y="2823"/>
                  </a:lnTo>
                  <a:lnTo>
                    <a:pt x="9409" y="12231"/>
                  </a:lnTo>
                  <a:lnTo>
                    <a:pt x="11021" y="9274"/>
                  </a:lnTo>
                  <a:lnTo>
                    <a:pt x="1747"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1384" name="Shape 1384"/>
            <p:cNvSpPr/>
            <p:nvPr/>
          </p:nvSpPr>
          <p:spPr>
            <a:xfrm>
              <a:off x="3137950" y="2802025"/>
              <a:ext cx="275550" cy="336050"/>
            </a:xfrm>
            <a:custGeom>
              <a:avLst/>
              <a:gdLst/>
              <a:ahLst/>
              <a:cxnLst/>
              <a:rect l="0" t="0" r="0" b="0"/>
              <a:pathLst>
                <a:path w="11022" h="13442" extrusionOk="0">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1385" name="Shape 1385"/>
            <p:cNvSpPr/>
            <p:nvPr/>
          </p:nvSpPr>
          <p:spPr>
            <a:xfrm>
              <a:off x="1662825" y="1431100"/>
              <a:ext cx="433500" cy="319225"/>
            </a:xfrm>
            <a:custGeom>
              <a:avLst/>
              <a:gdLst/>
              <a:ahLst/>
              <a:cxnLst/>
              <a:rect l="0" t="0" r="0" b="0"/>
              <a:pathLst>
                <a:path w="17340" h="12769" extrusionOk="0">
                  <a:moveTo>
                    <a:pt x="1" y="0"/>
                  </a:moveTo>
                  <a:lnTo>
                    <a:pt x="12635" y="12769"/>
                  </a:lnTo>
                  <a:lnTo>
                    <a:pt x="17339" y="12769"/>
                  </a:lnTo>
                  <a:lnTo>
                    <a:pt x="4571"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1386" name="Shape 1386"/>
            <p:cNvSpPr/>
            <p:nvPr/>
          </p:nvSpPr>
          <p:spPr>
            <a:xfrm>
              <a:off x="3006900" y="2573550"/>
              <a:ext cx="440200" cy="504050"/>
            </a:xfrm>
            <a:custGeom>
              <a:avLst/>
              <a:gdLst/>
              <a:ahLst/>
              <a:cxnLst/>
              <a:rect l="0" t="0" r="0" b="0"/>
              <a:pathLst>
                <a:path w="17608" h="20162" extrusionOk="0">
                  <a:moveTo>
                    <a:pt x="404" y="0"/>
                  </a:moveTo>
                  <a:lnTo>
                    <a:pt x="1" y="269"/>
                  </a:lnTo>
                  <a:lnTo>
                    <a:pt x="5243" y="9543"/>
                  </a:lnTo>
                  <a:lnTo>
                    <a:pt x="15995" y="20161"/>
                  </a:lnTo>
                  <a:lnTo>
                    <a:pt x="17608" y="17204"/>
                  </a:lnTo>
                  <a:lnTo>
                    <a:pt x="404"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1387" name="Shape 1387"/>
            <p:cNvSpPr/>
            <p:nvPr/>
          </p:nvSpPr>
          <p:spPr>
            <a:xfrm>
              <a:off x="1760275" y="1431100"/>
              <a:ext cx="433500" cy="319225"/>
            </a:xfrm>
            <a:custGeom>
              <a:avLst/>
              <a:gdLst/>
              <a:ahLst/>
              <a:cxnLst/>
              <a:rect l="0" t="0" r="0" b="0"/>
              <a:pathLst>
                <a:path w="17340" h="12769" extrusionOk="0">
                  <a:moveTo>
                    <a:pt x="1" y="0"/>
                  </a:moveTo>
                  <a:lnTo>
                    <a:pt x="12635" y="12769"/>
                  </a:lnTo>
                  <a:lnTo>
                    <a:pt x="17339" y="12769"/>
                  </a:lnTo>
                  <a:lnTo>
                    <a:pt x="4570"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1388" name="Shape 1388"/>
            <p:cNvSpPr/>
            <p:nvPr/>
          </p:nvSpPr>
          <p:spPr>
            <a:xfrm>
              <a:off x="1854350" y="1431100"/>
              <a:ext cx="436850" cy="319225"/>
            </a:xfrm>
            <a:custGeom>
              <a:avLst/>
              <a:gdLst/>
              <a:ahLst/>
              <a:cxnLst/>
              <a:rect l="0" t="0" r="0" b="0"/>
              <a:pathLst>
                <a:path w="17474" h="12769" extrusionOk="0">
                  <a:moveTo>
                    <a:pt x="1" y="0"/>
                  </a:moveTo>
                  <a:lnTo>
                    <a:pt x="12770" y="12769"/>
                  </a:lnTo>
                  <a:lnTo>
                    <a:pt x="17474" y="12769"/>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1389" name="Shape 1389"/>
            <p:cNvSpPr/>
            <p:nvPr/>
          </p:nvSpPr>
          <p:spPr>
            <a:xfrm>
              <a:off x="2872500" y="2345050"/>
              <a:ext cx="611575" cy="672050"/>
            </a:xfrm>
            <a:custGeom>
              <a:avLst/>
              <a:gdLst/>
              <a:ahLst/>
              <a:cxnLst/>
              <a:rect l="0" t="0" r="0" b="0"/>
              <a:pathLst>
                <a:path w="24463" h="26882" extrusionOk="0">
                  <a:moveTo>
                    <a:pt x="538" y="1"/>
                  </a:moveTo>
                  <a:lnTo>
                    <a:pt x="0" y="269"/>
                  </a:lnTo>
                  <a:lnTo>
                    <a:pt x="5377" y="9409"/>
                  </a:lnTo>
                  <a:lnTo>
                    <a:pt x="22715" y="26882"/>
                  </a:lnTo>
                  <a:lnTo>
                    <a:pt x="24462" y="23925"/>
                  </a:lnTo>
                  <a:lnTo>
                    <a:pt x="538" y="1"/>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1390" name="Shape 1390"/>
            <p:cNvSpPr/>
            <p:nvPr/>
          </p:nvSpPr>
          <p:spPr>
            <a:xfrm>
              <a:off x="2741450" y="2113200"/>
              <a:ext cx="779575" cy="843425"/>
            </a:xfrm>
            <a:custGeom>
              <a:avLst/>
              <a:gdLst/>
              <a:ahLst/>
              <a:cxnLst/>
              <a:rect l="0" t="0" r="0" b="0"/>
              <a:pathLst>
                <a:path w="31183" h="33737" extrusionOk="0">
                  <a:moveTo>
                    <a:pt x="404" y="0"/>
                  </a:moveTo>
                  <a:lnTo>
                    <a:pt x="0" y="404"/>
                  </a:lnTo>
                  <a:lnTo>
                    <a:pt x="5242" y="9543"/>
                  </a:lnTo>
                  <a:lnTo>
                    <a:pt x="29436" y="33736"/>
                  </a:lnTo>
                  <a:lnTo>
                    <a:pt x="31183" y="30780"/>
                  </a:lnTo>
                  <a:lnTo>
                    <a:pt x="404"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1391" name="Shape 1391"/>
            <p:cNvSpPr/>
            <p:nvPr/>
          </p:nvSpPr>
          <p:spPr>
            <a:xfrm>
              <a:off x="195180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1392" name="Shape 1392"/>
            <p:cNvSpPr/>
            <p:nvPr/>
          </p:nvSpPr>
          <p:spPr>
            <a:xfrm>
              <a:off x="2049250" y="1431100"/>
              <a:ext cx="433500" cy="319225"/>
            </a:xfrm>
            <a:custGeom>
              <a:avLst/>
              <a:gdLst/>
              <a:ahLst/>
              <a:cxnLst/>
              <a:rect l="0" t="0" r="0" b="0"/>
              <a:pathLst>
                <a:path w="17340" h="12769" extrusionOk="0">
                  <a:moveTo>
                    <a:pt x="1" y="0"/>
                  </a:moveTo>
                  <a:lnTo>
                    <a:pt x="12769" y="12769"/>
                  </a:lnTo>
                  <a:lnTo>
                    <a:pt x="17339" y="12769"/>
                  </a:lnTo>
                  <a:lnTo>
                    <a:pt x="4705"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1393" name="Shape 1393"/>
            <p:cNvSpPr/>
            <p:nvPr/>
          </p:nvSpPr>
          <p:spPr>
            <a:xfrm>
              <a:off x="2610400" y="1884700"/>
              <a:ext cx="924075" cy="1008075"/>
            </a:xfrm>
            <a:custGeom>
              <a:avLst/>
              <a:gdLst/>
              <a:ahLst/>
              <a:cxnLst/>
              <a:rect l="0" t="0" r="0" b="0"/>
              <a:pathLst>
                <a:path w="36963" h="40323" extrusionOk="0">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1394" name="Shape 1394"/>
            <p:cNvSpPr/>
            <p:nvPr/>
          </p:nvSpPr>
          <p:spPr>
            <a:xfrm>
              <a:off x="2146700" y="1431100"/>
              <a:ext cx="1307125" cy="1297025"/>
            </a:xfrm>
            <a:custGeom>
              <a:avLst/>
              <a:gdLst/>
              <a:ahLst/>
              <a:cxnLst/>
              <a:rect l="0" t="0" r="0" b="0"/>
              <a:pathLst>
                <a:path w="52285" h="51881" extrusionOk="0">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1395" name="Shape 1395"/>
            <p:cNvSpPr/>
            <p:nvPr/>
          </p:nvSpPr>
          <p:spPr>
            <a:xfrm>
              <a:off x="2244150" y="1431100"/>
              <a:ext cx="1075275" cy="1065175"/>
            </a:xfrm>
            <a:custGeom>
              <a:avLst/>
              <a:gdLst/>
              <a:ahLst/>
              <a:cxnLst/>
              <a:rect l="0" t="0" r="0" b="0"/>
              <a:pathLst>
                <a:path w="43011" h="42607" extrusionOk="0">
                  <a:moveTo>
                    <a:pt x="0" y="0"/>
                  </a:moveTo>
                  <a:lnTo>
                    <a:pt x="42607" y="42607"/>
                  </a:lnTo>
                  <a:lnTo>
                    <a:pt x="43011" y="42338"/>
                  </a:lnTo>
                  <a:lnTo>
                    <a:pt x="37769" y="33064"/>
                  </a:lnTo>
                  <a:lnTo>
                    <a:pt x="4570"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1396" name="Shape 1396"/>
            <p:cNvSpPr/>
            <p:nvPr/>
          </p:nvSpPr>
          <p:spPr>
            <a:xfrm>
              <a:off x="2341575" y="1431100"/>
              <a:ext cx="846800" cy="836700"/>
            </a:xfrm>
            <a:custGeom>
              <a:avLst/>
              <a:gdLst/>
              <a:ahLst/>
              <a:cxnLst/>
              <a:rect l="0" t="0" r="0" b="0"/>
              <a:pathLst>
                <a:path w="33872" h="33468" extrusionOk="0">
                  <a:moveTo>
                    <a:pt x="1" y="0"/>
                  </a:moveTo>
                  <a:lnTo>
                    <a:pt x="33468" y="33467"/>
                  </a:lnTo>
                  <a:lnTo>
                    <a:pt x="33872" y="33198"/>
                  </a:lnTo>
                  <a:lnTo>
                    <a:pt x="28495" y="23924"/>
                  </a:lnTo>
                  <a:lnTo>
                    <a:pt x="4571"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1397" name="Shape 1397"/>
            <p:cNvSpPr/>
            <p:nvPr/>
          </p:nvSpPr>
          <p:spPr>
            <a:xfrm>
              <a:off x="2439025" y="1431100"/>
              <a:ext cx="618300" cy="608200"/>
            </a:xfrm>
            <a:custGeom>
              <a:avLst/>
              <a:gdLst/>
              <a:ahLst/>
              <a:cxnLst/>
              <a:rect l="0" t="0" r="0" b="0"/>
              <a:pathLst>
                <a:path w="24732" h="24328" extrusionOk="0">
                  <a:moveTo>
                    <a:pt x="1" y="0"/>
                  </a:moveTo>
                  <a:lnTo>
                    <a:pt x="24194" y="24328"/>
                  </a:lnTo>
                  <a:lnTo>
                    <a:pt x="24732" y="23924"/>
                  </a:lnTo>
                  <a:lnTo>
                    <a:pt x="19355" y="14785"/>
                  </a:lnTo>
                  <a:lnTo>
                    <a:pt x="4571"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1398" name="Shape 1398"/>
            <p:cNvSpPr/>
            <p:nvPr/>
          </p:nvSpPr>
          <p:spPr>
            <a:xfrm>
              <a:off x="2533125" y="1431100"/>
              <a:ext cx="389800" cy="376350"/>
            </a:xfrm>
            <a:custGeom>
              <a:avLst/>
              <a:gdLst/>
              <a:ahLst/>
              <a:cxnLst/>
              <a:rect l="0" t="0" r="0" b="0"/>
              <a:pathLst>
                <a:path w="15592" h="15054" extrusionOk="0">
                  <a:moveTo>
                    <a:pt x="0" y="0"/>
                  </a:moveTo>
                  <a:lnTo>
                    <a:pt x="15188" y="15054"/>
                  </a:lnTo>
                  <a:lnTo>
                    <a:pt x="15591" y="14785"/>
                  </a:lnTo>
                  <a:lnTo>
                    <a:pt x="10350"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1399" name="Shape 1399"/>
            <p:cNvSpPr/>
            <p:nvPr/>
          </p:nvSpPr>
          <p:spPr>
            <a:xfrm>
              <a:off x="2630575" y="1431100"/>
              <a:ext cx="161300" cy="147850"/>
            </a:xfrm>
            <a:custGeom>
              <a:avLst/>
              <a:gdLst/>
              <a:ahLst/>
              <a:cxnLst/>
              <a:rect l="0" t="0" r="0" b="0"/>
              <a:pathLst>
                <a:path w="6452" h="5914" extrusionOk="0">
                  <a:moveTo>
                    <a:pt x="0" y="0"/>
                  </a:moveTo>
                  <a:lnTo>
                    <a:pt x="6048" y="5914"/>
                  </a:lnTo>
                  <a:lnTo>
                    <a:pt x="6452" y="5645"/>
                  </a:lnTo>
                  <a:lnTo>
                    <a:pt x="3226"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1400" name="Shape 1400"/>
          <p:cNvSpPr/>
          <p:nvPr/>
        </p:nvSpPr>
        <p:spPr>
          <a:xfrm rot="10800000" flipH="1">
            <a:off x="8763567" y="4485979"/>
            <a:ext cx="542999" cy="470400"/>
          </a:xfrm>
          <a:prstGeom prst="hexagon">
            <a:avLst>
              <a:gd name="adj" fmla="val 28678"/>
              <a:gd name="vf" fmla="val 115470"/>
            </a:avLst>
          </a:prstGeom>
          <a:noFill/>
          <a:ln w="9525" cap="flat" cmpd="sng">
            <a:solidFill>
              <a:srgbClr val="184769"/>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401" name="Shape 1401"/>
          <p:cNvSpPr/>
          <p:nvPr/>
        </p:nvSpPr>
        <p:spPr>
          <a:xfrm rot="10800000" flipH="1">
            <a:off x="8523810" y="4741099"/>
            <a:ext cx="284100" cy="245700"/>
          </a:xfrm>
          <a:prstGeom prst="hexagon">
            <a:avLst>
              <a:gd name="adj" fmla="val 28678"/>
              <a:gd name="vf" fmla="val 115470"/>
            </a:avLst>
          </a:prstGeom>
          <a:solidFill>
            <a:srgbClr val="3292E1"/>
          </a:solidFill>
          <a:ln>
            <a:noFill/>
          </a:ln>
        </p:spPr>
        <p:txBody>
          <a:bodyPr lIns="91425" tIns="91425" rIns="91425" bIns="91425" anchor="ctr" anchorCtr="0">
            <a:noAutofit/>
          </a:bodyPr>
          <a:lstStyle/>
          <a:p>
            <a:pPr lvl="0">
              <a:spcBef>
                <a:spcPts val="0"/>
              </a:spcBef>
              <a:buNone/>
            </a:pPr>
            <a:endParaRPr/>
          </a:p>
        </p:txBody>
      </p:sp>
      <p:sp>
        <p:nvSpPr>
          <p:cNvPr id="1402" name="Shape 1402"/>
          <p:cNvSpPr/>
          <p:nvPr/>
        </p:nvSpPr>
        <p:spPr>
          <a:xfrm rot="10800000" flipH="1">
            <a:off x="8322785" y="3628022"/>
            <a:ext cx="542999" cy="470100"/>
          </a:xfrm>
          <a:prstGeom prst="hexagon">
            <a:avLst>
              <a:gd name="adj" fmla="val 28678"/>
              <a:gd name="vf" fmla="val 115470"/>
            </a:avLst>
          </a:prstGeom>
          <a:solidFill>
            <a:srgbClr val="184769"/>
          </a:solidFill>
          <a:ln>
            <a:noFill/>
          </a:ln>
        </p:spPr>
        <p:txBody>
          <a:bodyPr lIns="91425" tIns="91425" rIns="91425" bIns="91425" anchor="ctr" anchorCtr="0">
            <a:noAutofit/>
          </a:bodyPr>
          <a:lstStyle/>
          <a:p>
            <a:pPr lvl="0">
              <a:spcBef>
                <a:spcPts val="0"/>
              </a:spcBef>
              <a:buNone/>
            </a:pPr>
            <a:endParaRPr/>
          </a:p>
        </p:txBody>
      </p:sp>
      <p:sp>
        <p:nvSpPr>
          <p:cNvPr id="1403" name="Shape 1403"/>
          <p:cNvSpPr/>
          <p:nvPr/>
        </p:nvSpPr>
        <p:spPr>
          <a:xfrm rot="10800000" flipH="1">
            <a:off x="8763568" y="4009882"/>
            <a:ext cx="237599" cy="205799"/>
          </a:xfrm>
          <a:prstGeom prst="hexagon">
            <a:avLst>
              <a:gd name="adj" fmla="val 28678"/>
              <a:gd name="vf" fmla="val 115470"/>
            </a:avLst>
          </a:prstGeom>
          <a:noFill/>
          <a:ln w="19050" cap="flat" cmpd="sng">
            <a:solidFill>
              <a:srgbClr val="00E1C6"/>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293C"/>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1732700" y="1735600"/>
            <a:ext cx="4944300" cy="645300"/>
          </a:xfrm>
          <a:prstGeom prst="rect">
            <a:avLst/>
          </a:prstGeom>
          <a:noFill/>
          <a:ln>
            <a:noFill/>
          </a:ln>
        </p:spPr>
        <p:txBody>
          <a:bodyPr lIns="91425" tIns="91425" rIns="91425" bIns="91425" anchor="b" anchorCtr="0"/>
          <a:lstStyle>
            <a:lvl1pPr lvl="0">
              <a:spcBef>
                <a:spcPts val="0"/>
              </a:spcBef>
              <a:buClr>
                <a:srgbClr val="19BBD5"/>
              </a:buClr>
              <a:buSzPct val="100000"/>
              <a:buFont typeface="Nixie One"/>
              <a:buNone/>
              <a:defRPr sz="4000">
                <a:solidFill>
                  <a:srgbClr val="19BBD5"/>
                </a:solidFill>
                <a:latin typeface="Nixie One"/>
                <a:ea typeface="Nixie One"/>
                <a:cs typeface="Nixie One"/>
                <a:sym typeface="Nixie One"/>
              </a:defRPr>
            </a:lvl1pPr>
            <a:lvl2pPr lvl="1">
              <a:spcBef>
                <a:spcPts val="0"/>
              </a:spcBef>
              <a:buClr>
                <a:srgbClr val="19BBD5"/>
              </a:buClr>
              <a:buSzPct val="100000"/>
              <a:buFont typeface="Nixie One"/>
              <a:buNone/>
              <a:defRPr sz="4000">
                <a:solidFill>
                  <a:srgbClr val="19BBD5"/>
                </a:solidFill>
                <a:latin typeface="Nixie One"/>
                <a:ea typeface="Nixie One"/>
                <a:cs typeface="Nixie One"/>
                <a:sym typeface="Nixie One"/>
              </a:defRPr>
            </a:lvl2pPr>
            <a:lvl3pPr lvl="2">
              <a:spcBef>
                <a:spcPts val="0"/>
              </a:spcBef>
              <a:buClr>
                <a:srgbClr val="19BBD5"/>
              </a:buClr>
              <a:buSzPct val="100000"/>
              <a:buFont typeface="Nixie One"/>
              <a:buNone/>
              <a:defRPr sz="4000">
                <a:solidFill>
                  <a:srgbClr val="19BBD5"/>
                </a:solidFill>
                <a:latin typeface="Nixie One"/>
                <a:ea typeface="Nixie One"/>
                <a:cs typeface="Nixie One"/>
                <a:sym typeface="Nixie One"/>
              </a:defRPr>
            </a:lvl3pPr>
            <a:lvl4pPr lvl="3">
              <a:spcBef>
                <a:spcPts val="0"/>
              </a:spcBef>
              <a:buClr>
                <a:srgbClr val="19BBD5"/>
              </a:buClr>
              <a:buSzPct val="100000"/>
              <a:buFont typeface="Nixie One"/>
              <a:buNone/>
              <a:defRPr sz="4000">
                <a:solidFill>
                  <a:srgbClr val="19BBD5"/>
                </a:solidFill>
                <a:latin typeface="Nixie One"/>
                <a:ea typeface="Nixie One"/>
                <a:cs typeface="Nixie One"/>
                <a:sym typeface="Nixie One"/>
              </a:defRPr>
            </a:lvl4pPr>
            <a:lvl5pPr lvl="4">
              <a:spcBef>
                <a:spcPts val="0"/>
              </a:spcBef>
              <a:buClr>
                <a:srgbClr val="19BBD5"/>
              </a:buClr>
              <a:buSzPct val="100000"/>
              <a:buFont typeface="Nixie One"/>
              <a:buNone/>
              <a:defRPr sz="4000">
                <a:solidFill>
                  <a:srgbClr val="19BBD5"/>
                </a:solidFill>
                <a:latin typeface="Nixie One"/>
                <a:ea typeface="Nixie One"/>
                <a:cs typeface="Nixie One"/>
                <a:sym typeface="Nixie One"/>
              </a:defRPr>
            </a:lvl5pPr>
            <a:lvl6pPr lvl="5">
              <a:spcBef>
                <a:spcPts val="0"/>
              </a:spcBef>
              <a:buClr>
                <a:srgbClr val="19BBD5"/>
              </a:buClr>
              <a:buSzPct val="100000"/>
              <a:buFont typeface="Nixie One"/>
              <a:buNone/>
              <a:defRPr sz="4000">
                <a:solidFill>
                  <a:srgbClr val="19BBD5"/>
                </a:solidFill>
                <a:latin typeface="Nixie One"/>
                <a:ea typeface="Nixie One"/>
                <a:cs typeface="Nixie One"/>
                <a:sym typeface="Nixie One"/>
              </a:defRPr>
            </a:lvl6pPr>
            <a:lvl7pPr lvl="6">
              <a:spcBef>
                <a:spcPts val="0"/>
              </a:spcBef>
              <a:buClr>
                <a:srgbClr val="19BBD5"/>
              </a:buClr>
              <a:buSzPct val="100000"/>
              <a:buFont typeface="Nixie One"/>
              <a:buNone/>
              <a:defRPr sz="4000">
                <a:solidFill>
                  <a:srgbClr val="19BBD5"/>
                </a:solidFill>
                <a:latin typeface="Nixie One"/>
                <a:ea typeface="Nixie One"/>
                <a:cs typeface="Nixie One"/>
                <a:sym typeface="Nixie One"/>
              </a:defRPr>
            </a:lvl7pPr>
            <a:lvl8pPr lvl="7">
              <a:spcBef>
                <a:spcPts val="0"/>
              </a:spcBef>
              <a:buClr>
                <a:srgbClr val="19BBD5"/>
              </a:buClr>
              <a:buSzPct val="100000"/>
              <a:buFont typeface="Nixie One"/>
              <a:buNone/>
              <a:defRPr sz="4000">
                <a:solidFill>
                  <a:srgbClr val="19BBD5"/>
                </a:solidFill>
                <a:latin typeface="Nixie One"/>
                <a:ea typeface="Nixie One"/>
                <a:cs typeface="Nixie One"/>
                <a:sym typeface="Nixie One"/>
              </a:defRPr>
            </a:lvl8pPr>
            <a:lvl9pPr lvl="8">
              <a:spcBef>
                <a:spcPts val="0"/>
              </a:spcBef>
              <a:buClr>
                <a:srgbClr val="19BBD5"/>
              </a:buClr>
              <a:buSzPct val="100000"/>
              <a:buFont typeface="Nixie One"/>
              <a:buNone/>
              <a:defRPr sz="4000">
                <a:solidFill>
                  <a:srgbClr val="19BBD5"/>
                </a:solidFill>
                <a:latin typeface="Nixie One"/>
                <a:ea typeface="Nixie One"/>
                <a:cs typeface="Nixie One"/>
                <a:sym typeface="Nixie One"/>
              </a:defRPr>
            </a:lvl9pPr>
          </a:lstStyle>
          <a:p>
            <a:endParaRPr/>
          </a:p>
        </p:txBody>
      </p:sp>
      <p:sp>
        <p:nvSpPr>
          <p:cNvPr id="7" name="Shape 7"/>
          <p:cNvSpPr txBox="1">
            <a:spLocks noGrp="1"/>
          </p:cNvSpPr>
          <p:nvPr>
            <p:ph type="body" idx="1"/>
          </p:nvPr>
        </p:nvSpPr>
        <p:spPr>
          <a:xfrm>
            <a:off x="1732700" y="2255124"/>
            <a:ext cx="4944300" cy="1659900"/>
          </a:xfrm>
          <a:prstGeom prst="rect">
            <a:avLst/>
          </a:prstGeom>
          <a:noFill/>
          <a:ln>
            <a:noFill/>
          </a:ln>
        </p:spPr>
        <p:txBody>
          <a:bodyPr lIns="91425" tIns="91425" rIns="91425" bIns="91425" anchor="t" anchorCtr="0"/>
          <a:lstStyle>
            <a:lvl1pPr lvl="0">
              <a:spcBef>
                <a:spcPts val="600"/>
              </a:spcBef>
              <a:buClr>
                <a:srgbClr val="19BBD5"/>
              </a:buClr>
              <a:buFont typeface="Muli"/>
              <a:buChar char="◇"/>
              <a:defRPr>
                <a:solidFill>
                  <a:srgbClr val="C6DAEC"/>
                </a:solidFill>
                <a:latin typeface="Muli"/>
                <a:ea typeface="Muli"/>
                <a:cs typeface="Muli"/>
                <a:sym typeface="Muli"/>
              </a:defRPr>
            </a:lvl1pPr>
            <a:lvl2pPr lvl="1">
              <a:spcBef>
                <a:spcPts val="480"/>
              </a:spcBef>
              <a:buClr>
                <a:srgbClr val="19BBD5"/>
              </a:buClr>
              <a:buFont typeface="Muli"/>
              <a:buChar char="￭"/>
              <a:defRPr>
                <a:solidFill>
                  <a:srgbClr val="C6DAEC"/>
                </a:solidFill>
                <a:latin typeface="Muli"/>
                <a:ea typeface="Muli"/>
                <a:cs typeface="Muli"/>
                <a:sym typeface="Muli"/>
              </a:defRPr>
            </a:lvl2pPr>
            <a:lvl3pPr lvl="2">
              <a:spcBef>
                <a:spcPts val="480"/>
              </a:spcBef>
              <a:buClr>
                <a:srgbClr val="19BBD5"/>
              </a:buClr>
              <a:buFont typeface="Muli"/>
              <a:buChar char="￮"/>
              <a:defRPr>
                <a:solidFill>
                  <a:srgbClr val="C6DAEC"/>
                </a:solidFill>
                <a:latin typeface="Muli"/>
                <a:ea typeface="Muli"/>
                <a:cs typeface="Muli"/>
                <a:sym typeface="Muli"/>
              </a:defRPr>
            </a:lvl3pPr>
            <a:lvl4pPr lvl="3">
              <a:spcBef>
                <a:spcPts val="360"/>
              </a:spcBef>
              <a:buClr>
                <a:srgbClr val="19BBD5"/>
              </a:buClr>
              <a:buFont typeface="Muli"/>
              <a:defRPr>
                <a:solidFill>
                  <a:srgbClr val="C6DAEC"/>
                </a:solidFill>
                <a:latin typeface="Muli"/>
                <a:ea typeface="Muli"/>
                <a:cs typeface="Muli"/>
                <a:sym typeface="Muli"/>
              </a:defRPr>
            </a:lvl4pPr>
            <a:lvl5pPr lvl="4">
              <a:spcBef>
                <a:spcPts val="360"/>
              </a:spcBef>
              <a:buClr>
                <a:srgbClr val="19BBD5"/>
              </a:buClr>
              <a:buFont typeface="Muli"/>
              <a:defRPr>
                <a:solidFill>
                  <a:srgbClr val="C6DAEC"/>
                </a:solidFill>
                <a:latin typeface="Muli"/>
                <a:ea typeface="Muli"/>
                <a:cs typeface="Muli"/>
                <a:sym typeface="Muli"/>
              </a:defRPr>
            </a:lvl5pPr>
            <a:lvl6pPr lvl="5">
              <a:spcBef>
                <a:spcPts val="360"/>
              </a:spcBef>
              <a:buClr>
                <a:srgbClr val="C6DAEC"/>
              </a:buClr>
              <a:buFont typeface="Muli"/>
              <a:defRPr>
                <a:solidFill>
                  <a:srgbClr val="C6DAEC"/>
                </a:solidFill>
                <a:latin typeface="Muli"/>
                <a:ea typeface="Muli"/>
                <a:cs typeface="Muli"/>
                <a:sym typeface="Muli"/>
              </a:defRPr>
            </a:lvl6pPr>
            <a:lvl7pPr lvl="6">
              <a:spcBef>
                <a:spcPts val="360"/>
              </a:spcBef>
              <a:buClr>
                <a:srgbClr val="C6DAEC"/>
              </a:buClr>
              <a:buFont typeface="Muli"/>
              <a:defRPr>
                <a:solidFill>
                  <a:srgbClr val="C6DAEC"/>
                </a:solidFill>
                <a:latin typeface="Muli"/>
                <a:ea typeface="Muli"/>
                <a:cs typeface="Muli"/>
                <a:sym typeface="Muli"/>
              </a:defRPr>
            </a:lvl7pPr>
            <a:lvl8pPr lvl="7">
              <a:spcBef>
                <a:spcPts val="360"/>
              </a:spcBef>
              <a:buClr>
                <a:srgbClr val="C6DAEC"/>
              </a:buClr>
              <a:buFont typeface="Muli"/>
              <a:defRPr>
                <a:solidFill>
                  <a:srgbClr val="C6DAEC"/>
                </a:solidFill>
                <a:latin typeface="Muli"/>
                <a:ea typeface="Muli"/>
                <a:cs typeface="Muli"/>
                <a:sym typeface="Muli"/>
              </a:defRPr>
            </a:lvl8pPr>
            <a:lvl9pPr lvl="8">
              <a:spcBef>
                <a:spcPts val="360"/>
              </a:spcBef>
              <a:buClr>
                <a:srgbClr val="C6DAEC"/>
              </a:buClr>
              <a:buFont typeface="Muli"/>
              <a:defRPr>
                <a:solidFill>
                  <a:srgbClr val="C6DAEC"/>
                </a:solidFill>
                <a:latin typeface="Muli"/>
                <a:ea typeface="Muli"/>
                <a:cs typeface="Muli"/>
                <a:sym typeface="Mul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sp>
        <p:nvSpPr>
          <p:cNvPr id="1408" name="Shape 1408"/>
          <p:cNvSpPr txBox="1">
            <a:spLocks noGrp="1"/>
          </p:cNvSpPr>
          <p:nvPr>
            <p:ph type="ctrTitle"/>
          </p:nvPr>
        </p:nvSpPr>
        <p:spPr>
          <a:xfrm>
            <a:off x="1400175" y="1991825"/>
            <a:ext cx="6343500" cy="1159799"/>
          </a:xfrm>
          <a:prstGeom prst="rect">
            <a:avLst/>
          </a:prstGeom>
        </p:spPr>
        <p:txBody>
          <a:bodyPr lIns="91425" tIns="91425" rIns="91425" bIns="91425" anchor="ctr" anchorCtr="0">
            <a:noAutofit/>
          </a:bodyPr>
          <a:lstStyle/>
          <a:p>
            <a:pPr lvl="0">
              <a:spcBef>
                <a:spcPts val="0"/>
              </a:spcBef>
              <a:buNone/>
            </a:pPr>
            <a:r>
              <a:rPr lang="en-IN" dirty="0">
                <a:solidFill>
                  <a:srgbClr val="FF0000"/>
                </a:solidFill>
              </a:rPr>
              <a:t>S</a:t>
            </a:r>
            <a:r>
              <a:rPr lang="en-IN" dirty="0"/>
              <a:t>TUDENT    </a:t>
            </a:r>
            <a:r>
              <a:rPr lang="en-IN" dirty="0">
                <a:solidFill>
                  <a:srgbClr val="FF0000"/>
                </a:solidFill>
              </a:rPr>
              <a:t>S</a:t>
            </a:r>
            <a:r>
              <a:rPr lang="en-IN" dirty="0"/>
              <a:t>UPERVISION </a:t>
            </a:r>
            <a:r>
              <a:rPr lang="en-IN" dirty="0">
                <a:solidFill>
                  <a:srgbClr val="FF0000"/>
                </a:solidFill>
              </a:rPr>
              <a:t>S</a:t>
            </a:r>
            <a:r>
              <a:rPr lang="en-IN" dirty="0"/>
              <a:t>YSTEM</a:t>
            </a:r>
            <a:endParaRPr lang="en" dirty="0"/>
          </a:p>
        </p:txBody>
      </p:sp>
      <p:sp>
        <p:nvSpPr>
          <p:cNvPr id="4" name="TextBox 3"/>
          <p:cNvSpPr txBox="1"/>
          <p:nvPr/>
        </p:nvSpPr>
        <p:spPr>
          <a:xfrm>
            <a:off x="4800600" y="3562350"/>
            <a:ext cx="4648200" cy="1200329"/>
          </a:xfrm>
          <a:prstGeom prst="rect">
            <a:avLst/>
          </a:prstGeom>
          <a:noFill/>
        </p:spPr>
        <p:txBody>
          <a:bodyPr wrap="square" rtlCol="0">
            <a:spAutoFit/>
          </a:bodyPr>
          <a:lstStyle/>
          <a:p>
            <a:r>
              <a:rPr lang="en-US" sz="2400" dirty="0">
                <a:solidFill>
                  <a:schemeClr val="bg1"/>
                </a:solidFill>
                <a:latin typeface="Algerian" pitchFamily="82" charset="0"/>
              </a:rPr>
              <a:t>BY: </a:t>
            </a:r>
            <a:r>
              <a:rPr lang="en-US" sz="2400" dirty="0">
                <a:solidFill>
                  <a:srgbClr val="FF0000"/>
                </a:solidFill>
                <a:latin typeface="Algerian" pitchFamily="82" charset="0"/>
              </a:rPr>
              <a:t>S</a:t>
            </a:r>
            <a:r>
              <a:rPr lang="en-US" sz="2400" dirty="0">
                <a:solidFill>
                  <a:schemeClr val="bg1"/>
                </a:solidFill>
                <a:latin typeface="Algerian" pitchFamily="82" charset="0"/>
              </a:rPr>
              <a:t>AI KIRAN </a:t>
            </a:r>
          </a:p>
          <a:p>
            <a:r>
              <a:rPr lang="en-US" sz="2400" dirty="0">
                <a:solidFill>
                  <a:srgbClr val="FF0000"/>
                </a:solidFill>
                <a:latin typeface="Algerian" pitchFamily="82" charset="0"/>
              </a:rPr>
              <a:t>       </a:t>
            </a:r>
            <a:r>
              <a:rPr lang="en-US" sz="2400" dirty="0" err="1">
                <a:solidFill>
                  <a:srgbClr val="FF0000"/>
                </a:solidFill>
                <a:latin typeface="Algerian" pitchFamily="82" charset="0"/>
              </a:rPr>
              <a:t>s</a:t>
            </a:r>
            <a:r>
              <a:rPr lang="en-US" sz="2400" dirty="0" err="1">
                <a:solidFill>
                  <a:schemeClr val="bg1"/>
                </a:solidFill>
                <a:latin typeface="Algerian" pitchFamily="82" charset="0"/>
              </a:rPr>
              <a:t>rinivas</a:t>
            </a:r>
            <a:r>
              <a:rPr lang="en-US" sz="2400" dirty="0">
                <a:solidFill>
                  <a:schemeClr val="bg1"/>
                </a:solidFill>
                <a:latin typeface="Algerian" pitchFamily="82" charset="0"/>
              </a:rPr>
              <a:t> </a:t>
            </a:r>
            <a:r>
              <a:rPr lang="en-US" sz="2400" dirty="0" err="1">
                <a:solidFill>
                  <a:schemeClr val="bg1"/>
                </a:solidFill>
                <a:latin typeface="Algerian" pitchFamily="82" charset="0"/>
              </a:rPr>
              <a:t>pavan</a:t>
            </a:r>
            <a:r>
              <a:rPr lang="en-US" sz="2400" dirty="0">
                <a:solidFill>
                  <a:schemeClr val="bg1"/>
                </a:solidFill>
                <a:latin typeface="Algerian" pitchFamily="82" charset="0"/>
              </a:rPr>
              <a:t> </a:t>
            </a:r>
            <a:r>
              <a:rPr lang="en-US" sz="2400" dirty="0" err="1">
                <a:solidFill>
                  <a:schemeClr val="bg1"/>
                </a:solidFill>
                <a:latin typeface="Algerian" pitchFamily="82" charset="0"/>
              </a:rPr>
              <a:t>kalyan</a:t>
            </a:r>
            <a:endParaRPr lang="en-US" sz="2400" dirty="0">
              <a:solidFill>
                <a:schemeClr val="bg1"/>
              </a:solidFill>
              <a:latin typeface="Algerian" pitchFamily="82" charset="0"/>
            </a:endParaRPr>
          </a:p>
          <a:p>
            <a:r>
              <a:rPr lang="en-US" sz="2400" dirty="0">
                <a:solidFill>
                  <a:srgbClr val="FF0000"/>
                </a:solidFill>
                <a:latin typeface="Algerian" pitchFamily="82" charset="0"/>
              </a:rPr>
              <a:t>       S</a:t>
            </a:r>
            <a:r>
              <a:rPr lang="en-US" sz="2400" dirty="0">
                <a:solidFill>
                  <a:schemeClr val="bg1"/>
                </a:solidFill>
                <a:latin typeface="Algerian" pitchFamily="82" charset="0"/>
              </a:rPr>
              <a:t>URYA VALLABHANENI</a:t>
            </a:r>
          </a:p>
        </p:txBody>
      </p:sp>
    </p:spTree>
    <p:extLst>
      <p:ext uri="{BB962C8B-B14F-4D97-AF65-F5344CB8AC3E}">
        <p14:creationId xmlns:p14="http://schemas.microsoft.com/office/powerpoint/2010/main" val="231268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08"/>
                                        </p:tgtEl>
                                        <p:attrNameLst>
                                          <p:attrName>style.visibility</p:attrName>
                                        </p:attrNameLst>
                                      </p:cBhvr>
                                      <p:to>
                                        <p:strVal val="visible"/>
                                      </p:to>
                                    </p:set>
                                    <p:animEffect transition="in" filter="circle(in)">
                                      <p:cBhvr>
                                        <p:cTn id="7" dur="2000"/>
                                        <p:tgtEl>
                                          <p:spTgt spid="140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8"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sp>
        <p:nvSpPr>
          <p:cNvPr id="1422" name="Shape 1422"/>
          <p:cNvSpPr txBox="1">
            <a:spLocks noGrp="1"/>
          </p:cNvSpPr>
          <p:nvPr>
            <p:ph type="ctrTitle" idx="4294967295"/>
          </p:nvPr>
        </p:nvSpPr>
        <p:spPr>
          <a:xfrm>
            <a:off x="1295400" y="133351"/>
            <a:ext cx="3495299" cy="990600"/>
          </a:xfrm>
          <a:prstGeom prst="rect">
            <a:avLst/>
          </a:prstGeom>
        </p:spPr>
        <p:txBody>
          <a:bodyPr lIns="91425" tIns="91425" rIns="91425" bIns="91425" anchor="b" anchorCtr="0">
            <a:noAutofit/>
          </a:bodyPr>
          <a:lstStyle/>
          <a:p>
            <a:pPr lvl="0">
              <a:spcBef>
                <a:spcPts val="0"/>
              </a:spcBef>
              <a:buNone/>
            </a:pPr>
            <a:r>
              <a:rPr lang="en" sz="5400" u="sng" dirty="0">
                <a:solidFill>
                  <a:srgbClr val="00B0F0"/>
                </a:solidFill>
              </a:rPr>
              <a:t>CONTENTS</a:t>
            </a:r>
          </a:p>
        </p:txBody>
      </p:sp>
      <p:sp>
        <p:nvSpPr>
          <p:cNvPr id="1423" name="Shape 1423"/>
          <p:cNvSpPr txBox="1">
            <a:spLocks noGrp="1"/>
          </p:cNvSpPr>
          <p:nvPr>
            <p:ph type="body" idx="4294967295"/>
          </p:nvPr>
        </p:nvSpPr>
        <p:spPr>
          <a:xfrm>
            <a:off x="914400" y="1123950"/>
            <a:ext cx="5029200" cy="3790949"/>
          </a:xfrm>
          <a:prstGeom prst="rect">
            <a:avLst/>
          </a:prstGeom>
        </p:spPr>
        <p:txBody>
          <a:bodyPr lIns="91425" tIns="91425" rIns="91425" bIns="91425" anchor="t" anchorCtr="0">
            <a:noAutofit/>
          </a:bodyPr>
          <a:lstStyle/>
          <a:p>
            <a:pPr>
              <a:spcBef>
                <a:spcPts val="0"/>
              </a:spcBef>
              <a:buFont typeface="Arial" pitchFamily="34" charset="0"/>
              <a:buChar char="•"/>
            </a:pPr>
            <a:r>
              <a:rPr lang="en" sz="2400" b="1" dirty="0">
                <a:solidFill>
                  <a:schemeClr val="accent4">
                    <a:lumMod val="40000"/>
                    <a:lumOff val="60000"/>
                  </a:schemeClr>
                </a:solidFill>
              </a:rPr>
              <a:t>INTRODUCTION.</a:t>
            </a:r>
          </a:p>
          <a:p>
            <a:pPr>
              <a:spcBef>
                <a:spcPts val="0"/>
              </a:spcBef>
              <a:buFont typeface="Arial" pitchFamily="34" charset="0"/>
              <a:buChar char="•"/>
            </a:pPr>
            <a:r>
              <a:rPr lang="en" sz="2400" b="1" dirty="0"/>
              <a:t>MODULES.</a:t>
            </a:r>
          </a:p>
          <a:p>
            <a:pPr>
              <a:spcBef>
                <a:spcPts val="0"/>
              </a:spcBef>
              <a:buFont typeface="Arial" pitchFamily="34" charset="0"/>
              <a:buChar char="•"/>
            </a:pPr>
            <a:r>
              <a:rPr lang="en" sz="2400" b="1" dirty="0"/>
              <a:t>FUNCTIONAL REQUIREMENTS</a:t>
            </a:r>
          </a:p>
          <a:p>
            <a:pPr>
              <a:spcBef>
                <a:spcPts val="0"/>
              </a:spcBef>
              <a:buFont typeface="Arial" pitchFamily="34" charset="0"/>
              <a:buChar char="•"/>
            </a:pPr>
            <a:r>
              <a:rPr lang="en" sz="2400" b="1" dirty="0"/>
              <a:t>NON FUNCTIONAL REQUIREMENTS.</a:t>
            </a:r>
          </a:p>
          <a:p>
            <a:pPr>
              <a:spcBef>
                <a:spcPts val="0"/>
              </a:spcBef>
              <a:buFont typeface="Arial" pitchFamily="34" charset="0"/>
              <a:buChar char="•"/>
            </a:pPr>
            <a:r>
              <a:rPr lang="en" sz="2400" b="1" dirty="0"/>
              <a:t>REQUIREMENTS.</a:t>
            </a:r>
          </a:p>
          <a:p>
            <a:pPr>
              <a:spcBef>
                <a:spcPts val="0"/>
              </a:spcBef>
              <a:buFont typeface="Arial" pitchFamily="34" charset="0"/>
              <a:buChar char="•"/>
            </a:pPr>
            <a:r>
              <a:rPr lang="en" sz="2400" b="1" dirty="0"/>
              <a:t>HARDWARE REQUIREMENTS.</a:t>
            </a:r>
          </a:p>
          <a:p>
            <a:pPr>
              <a:spcBef>
                <a:spcPts val="0"/>
              </a:spcBef>
              <a:buFont typeface="Arial" pitchFamily="34" charset="0"/>
              <a:buChar char="•"/>
            </a:pPr>
            <a:r>
              <a:rPr lang="en" sz="2400" b="1" dirty="0"/>
              <a:t>SOFTWARE REQUIREMENTS.</a:t>
            </a:r>
          </a:p>
          <a:p>
            <a:pPr>
              <a:spcBef>
                <a:spcPts val="0"/>
              </a:spcBef>
              <a:buFont typeface="Arial" pitchFamily="34" charset="0"/>
              <a:buChar char="•"/>
            </a:pPr>
            <a:r>
              <a:rPr lang="en" sz="2400" b="1" dirty="0"/>
              <a:t>TECHNOLOGIES REQUIRED.</a:t>
            </a:r>
          </a:p>
          <a:p>
            <a:pPr>
              <a:spcBef>
                <a:spcPts val="0"/>
              </a:spcBef>
              <a:buNone/>
            </a:pPr>
            <a:endParaRPr lang="en" sz="2400" b="1" dirty="0"/>
          </a:p>
          <a:p>
            <a:pPr>
              <a:spcBef>
                <a:spcPts val="0"/>
              </a:spcBef>
              <a:buNone/>
            </a:pPr>
            <a:endParaRPr lang="en"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22"/>
                                        </p:tgtEl>
                                        <p:attrNameLst>
                                          <p:attrName>style.visibility</p:attrName>
                                        </p:attrNameLst>
                                      </p:cBhvr>
                                      <p:to>
                                        <p:strVal val="visible"/>
                                      </p:to>
                                    </p:set>
                                    <p:anim calcmode="lin" valueType="num">
                                      <p:cBhvr additive="base">
                                        <p:cTn id="7" dur="500" fill="hold"/>
                                        <p:tgtEl>
                                          <p:spTgt spid="1422"/>
                                        </p:tgtEl>
                                        <p:attrNameLst>
                                          <p:attrName>ppt_x</p:attrName>
                                        </p:attrNameLst>
                                      </p:cBhvr>
                                      <p:tavLst>
                                        <p:tav tm="0">
                                          <p:val>
                                            <p:strVal val="#ppt_x"/>
                                          </p:val>
                                        </p:tav>
                                        <p:tav tm="100000">
                                          <p:val>
                                            <p:strVal val="#ppt_x"/>
                                          </p:val>
                                        </p:tav>
                                      </p:tavLst>
                                    </p:anim>
                                    <p:anim calcmode="lin" valueType="num">
                                      <p:cBhvr additive="base">
                                        <p:cTn id="8" dur="500" fill="hold"/>
                                        <p:tgtEl>
                                          <p:spTgt spid="14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23">
                                            <p:txEl>
                                              <p:pRg st="0" end="0"/>
                                            </p:txEl>
                                          </p:spTgt>
                                        </p:tgtEl>
                                        <p:attrNameLst>
                                          <p:attrName>style.visibility</p:attrName>
                                        </p:attrNameLst>
                                      </p:cBhvr>
                                      <p:to>
                                        <p:strVal val="visible"/>
                                      </p:to>
                                    </p:set>
                                    <p:anim calcmode="lin" valueType="num">
                                      <p:cBhvr additive="base">
                                        <p:cTn id="13" dur="500" fill="hold"/>
                                        <p:tgtEl>
                                          <p:spTgt spid="142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2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423">
                                            <p:txEl>
                                              <p:pRg st="1" end="1"/>
                                            </p:txEl>
                                          </p:spTgt>
                                        </p:tgtEl>
                                        <p:attrNameLst>
                                          <p:attrName>style.visibility</p:attrName>
                                        </p:attrNameLst>
                                      </p:cBhvr>
                                      <p:to>
                                        <p:strVal val="visible"/>
                                      </p:to>
                                    </p:set>
                                    <p:anim calcmode="lin" valueType="num">
                                      <p:cBhvr additive="base">
                                        <p:cTn id="17" dur="500" fill="hold"/>
                                        <p:tgtEl>
                                          <p:spTgt spid="142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2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23">
                                            <p:txEl>
                                              <p:pRg st="2" end="2"/>
                                            </p:txEl>
                                          </p:spTgt>
                                        </p:tgtEl>
                                        <p:attrNameLst>
                                          <p:attrName>style.visibility</p:attrName>
                                        </p:attrNameLst>
                                      </p:cBhvr>
                                      <p:to>
                                        <p:strVal val="visible"/>
                                      </p:to>
                                    </p:set>
                                    <p:anim calcmode="lin" valueType="num">
                                      <p:cBhvr additive="base">
                                        <p:cTn id="21" dur="500" fill="hold"/>
                                        <p:tgtEl>
                                          <p:spTgt spid="142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2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423">
                                            <p:txEl>
                                              <p:pRg st="3" end="3"/>
                                            </p:txEl>
                                          </p:spTgt>
                                        </p:tgtEl>
                                        <p:attrNameLst>
                                          <p:attrName>style.visibility</p:attrName>
                                        </p:attrNameLst>
                                      </p:cBhvr>
                                      <p:to>
                                        <p:strVal val="visible"/>
                                      </p:to>
                                    </p:set>
                                    <p:anim calcmode="lin" valueType="num">
                                      <p:cBhvr additive="base">
                                        <p:cTn id="25" dur="500" fill="hold"/>
                                        <p:tgtEl>
                                          <p:spTgt spid="14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2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423">
                                            <p:txEl>
                                              <p:pRg st="4" end="4"/>
                                            </p:txEl>
                                          </p:spTgt>
                                        </p:tgtEl>
                                        <p:attrNameLst>
                                          <p:attrName>style.visibility</p:attrName>
                                        </p:attrNameLst>
                                      </p:cBhvr>
                                      <p:to>
                                        <p:strVal val="visible"/>
                                      </p:to>
                                    </p:set>
                                    <p:anim calcmode="lin" valueType="num">
                                      <p:cBhvr additive="base">
                                        <p:cTn id="29" dur="500" fill="hold"/>
                                        <p:tgtEl>
                                          <p:spTgt spid="142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2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423">
                                            <p:txEl>
                                              <p:pRg st="5" end="5"/>
                                            </p:txEl>
                                          </p:spTgt>
                                        </p:tgtEl>
                                        <p:attrNameLst>
                                          <p:attrName>style.visibility</p:attrName>
                                        </p:attrNameLst>
                                      </p:cBhvr>
                                      <p:to>
                                        <p:strVal val="visible"/>
                                      </p:to>
                                    </p:set>
                                    <p:anim calcmode="lin" valueType="num">
                                      <p:cBhvr additive="base">
                                        <p:cTn id="33" dur="500" fill="hold"/>
                                        <p:tgtEl>
                                          <p:spTgt spid="142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2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423">
                                            <p:txEl>
                                              <p:pRg st="6" end="6"/>
                                            </p:txEl>
                                          </p:spTgt>
                                        </p:tgtEl>
                                        <p:attrNameLst>
                                          <p:attrName>style.visibility</p:attrName>
                                        </p:attrNameLst>
                                      </p:cBhvr>
                                      <p:to>
                                        <p:strVal val="visible"/>
                                      </p:to>
                                    </p:set>
                                    <p:anim calcmode="lin" valueType="num">
                                      <p:cBhvr additive="base">
                                        <p:cTn id="37" dur="500" fill="hold"/>
                                        <p:tgtEl>
                                          <p:spTgt spid="142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2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423">
                                            <p:txEl>
                                              <p:pRg st="7" end="7"/>
                                            </p:txEl>
                                          </p:spTgt>
                                        </p:tgtEl>
                                        <p:attrNameLst>
                                          <p:attrName>style.visibility</p:attrName>
                                        </p:attrNameLst>
                                      </p:cBhvr>
                                      <p:to>
                                        <p:strVal val="visible"/>
                                      </p:to>
                                    </p:set>
                                    <p:anim calcmode="lin" valueType="num">
                                      <p:cBhvr additive="base">
                                        <p:cTn id="41" dur="500" fill="hold"/>
                                        <p:tgtEl>
                                          <p:spTgt spid="142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2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2" grpId="0"/>
      <p:bldP spid="14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1047750"/>
            <a:ext cx="3717684" cy="4524315"/>
          </a:xfrm>
          <a:prstGeom prst="rect">
            <a:avLst/>
          </a:prstGeom>
          <a:noFill/>
        </p:spPr>
        <p:txBody>
          <a:bodyPr wrap="none" rtlCol="0">
            <a:spAutoFit/>
          </a:bodyPr>
          <a:lstStyle/>
          <a:p>
            <a:pPr marL="342900" indent="-342900">
              <a:buFont typeface="Arial" pitchFamily="34" charset="0"/>
              <a:buChar char="•"/>
            </a:pPr>
            <a:r>
              <a:rPr lang="en-US" sz="2400" b="1" dirty="0">
                <a:solidFill>
                  <a:schemeClr val="accent4">
                    <a:lumMod val="40000"/>
                    <a:lumOff val="60000"/>
                  </a:schemeClr>
                </a:solidFill>
                <a:latin typeface="Muli"/>
              </a:rPr>
              <a:t>DESIGN.</a:t>
            </a:r>
          </a:p>
          <a:p>
            <a:pPr marL="342900" indent="-342900">
              <a:buFont typeface="Arial" pitchFamily="34" charset="0"/>
              <a:buChar char="•"/>
            </a:pPr>
            <a:r>
              <a:rPr lang="en-US" sz="2400" b="1" dirty="0">
                <a:solidFill>
                  <a:schemeClr val="accent4">
                    <a:lumMod val="40000"/>
                    <a:lumOff val="60000"/>
                  </a:schemeClr>
                </a:solidFill>
                <a:latin typeface="Muli"/>
              </a:rPr>
              <a:t>USECASE DIAGRAMS.</a:t>
            </a:r>
          </a:p>
          <a:p>
            <a:pPr marL="342900" indent="-342900">
              <a:buFont typeface="Arial" pitchFamily="34" charset="0"/>
              <a:buChar char="•"/>
            </a:pPr>
            <a:r>
              <a:rPr lang="en-US" sz="2400" b="1" dirty="0">
                <a:solidFill>
                  <a:schemeClr val="accent4">
                    <a:lumMod val="40000"/>
                    <a:lumOff val="60000"/>
                  </a:schemeClr>
                </a:solidFill>
                <a:latin typeface="Muli"/>
              </a:rPr>
              <a:t>SEQUENCE DIAGRAMS.</a:t>
            </a:r>
          </a:p>
          <a:p>
            <a:pPr marL="342900" indent="-342900">
              <a:buFont typeface="Arial" pitchFamily="34" charset="0"/>
              <a:buChar char="•"/>
            </a:pPr>
            <a:r>
              <a:rPr lang="en-US" sz="2400" b="1" dirty="0">
                <a:solidFill>
                  <a:schemeClr val="accent4">
                    <a:lumMod val="40000"/>
                    <a:lumOff val="60000"/>
                  </a:schemeClr>
                </a:solidFill>
                <a:latin typeface="Muli"/>
              </a:rPr>
              <a:t>CLASS DIAGRAM</a:t>
            </a:r>
          </a:p>
          <a:p>
            <a:pPr marL="342900" indent="-342900">
              <a:buFont typeface="Arial" pitchFamily="34" charset="0"/>
              <a:buChar char="•"/>
            </a:pPr>
            <a:r>
              <a:rPr lang="en-US" sz="2400" b="1" dirty="0">
                <a:solidFill>
                  <a:schemeClr val="accent4">
                    <a:lumMod val="40000"/>
                    <a:lumOff val="60000"/>
                  </a:schemeClr>
                </a:solidFill>
                <a:latin typeface="Muli"/>
              </a:rPr>
              <a:t>ACTIVITY DIAGRAM.</a:t>
            </a:r>
          </a:p>
          <a:p>
            <a:pPr marL="342900" indent="-342900">
              <a:buFont typeface="Arial" pitchFamily="34" charset="0"/>
              <a:buChar char="•"/>
            </a:pPr>
            <a:r>
              <a:rPr lang="en-US" sz="2400" b="1" dirty="0">
                <a:solidFill>
                  <a:schemeClr val="accent4">
                    <a:lumMod val="40000"/>
                    <a:lumOff val="60000"/>
                  </a:schemeClr>
                </a:solidFill>
                <a:latin typeface="Muli"/>
              </a:rPr>
              <a:t>STATE-CHART DIAGRAM.</a:t>
            </a:r>
          </a:p>
          <a:p>
            <a:pPr marL="342900" indent="-342900">
              <a:buFont typeface="Arial" pitchFamily="34" charset="0"/>
              <a:buChar char="•"/>
            </a:pPr>
            <a:r>
              <a:rPr lang="en-US" sz="2400" b="1" dirty="0">
                <a:solidFill>
                  <a:schemeClr val="accent4">
                    <a:lumMod val="40000"/>
                    <a:lumOff val="60000"/>
                  </a:schemeClr>
                </a:solidFill>
                <a:latin typeface="Muli"/>
              </a:rPr>
              <a:t>OBJECT DIAGRAM.</a:t>
            </a:r>
          </a:p>
          <a:p>
            <a:pPr marL="342900" indent="-342900">
              <a:buFont typeface="Arial" pitchFamily="34" charset="0"/>
              <a:buChar char="•"/>
            </a:pPr>
            <a:r>
              <a:rPr lang="en-US" sz="2400" b="1" dirty="0">
                <a:solidFill>
                  <a:schemeClr val="accent4">
                    <a:lumMod val="40000"/>
                    <a:lumOff val="60000"/>
                  </a:schemeClr>
                </a:solidFill>
                <a:latin typeface="Muli"/>
              </a:rPr>
              <a:t>DEPLOYMENT DIAGRAM.</a:t>
            </a:r>
          </a:p>
          <a:p>
            <a:pPr marL="342900" indent="-342900">
              <a:buFont typeface="Arial" pitchFamily="34" charset="0"/>
              <a:buChar char="•"/>
            </a:pPr>
            <a:r>
              <a:rPr lang="en-US" sz="2400" b="1" dirty="0">
                <a:solidFill>
                  <a:schemeClr val="accent4">
                    <a:lumMod val="40000"/>
                    <a:lumOff val="60000"/>
                  </a:schemeClr>
                </a:solidFill>
                <a:latin typeface="Muli"/>
              </a:rPr>
              <a:t>ER DIAGRAM.</a:t>
            </a:r>
          </a:p>
          <a:p>
            <a:pPr marL="342900" indent="-342900">
              <a:buFont typeface="Arial" pitchFamily="34" charset="0"/>
              <a:buChar char="•"/>
            </a:pPr>
            <a:r>
              <a:rPr lang="en-US" sz="2400" b="1" dirty="0">
                <a:solidFill>
                  <a:schemeClr val="accent4">
                    <a:lumMod val="40000"/>
                    <a:lumOff val="60000"/>
                  </a:schemeClr>
                </a:solidFill>
                <a:latin typeface="Muli"/>
              </a:rPr>
              <a:t>SCREENSHOTS.</a:t>
            </a:r>
          </a:p>
          <a:p>
            <a:pPr marL="342900" indent="-342900">
              <a:buFont typeface="Arial" pitchFamily="34" charset="0"/>
              <a:buChar char="•"/>
            </a:pPr>
            <a:r>
              <a:rPr lang="en-US" sz="2400" b="1" dirty="0">
                <a:solidFill>
                  <a:schemeClr val="accent4">
                    <a:lumMod val="40000"/>
                    <a:lumOff val="60000"/>
                  </a:schemeClr>
                </a:solidFill>
                <a:latin typeface="Muli"/>
              </a:rPr>
              <a:t>DATABASE.</a:t>
            </a:r>
          </a:p>
          <a:p>
            <a:endParaRPr lang="en-US" sz="2400" b="1" dirty="0">
              <a:solidFill>
                <a:schemeClr val="accent4">
                  <a:lumMod val="40000"/>
                  <a:lumOff val="60000"/>
                </a:schemeClr>
              </a:solidFill>
              <a:latin typeface="Muli"/>
            </a:endParaRPr>
          </a:p>
        </p:txBody>
      </p:sp>
      <p:sp>
        <p:nvSpPr>
          <p:cNvPr id="2" name="TextBox 1">
            <a:extLst>
              <a:ext uri="{FF2B5EF4-FFF2-40B4-BE49-F238E27FC236}">
                <a16:creationId xmlns:a16="http://schemas.microsoft.com/office/drawing/2014/main" id="{ABED0802-E483-4C05-ABFD-0E8B6960D4F2}"/>
              </a:ext>
            </a:extLst>
          </p:cNvPr>
          <p:cNvSpPr txBox="1"/>
          <p:nvPr/>
        </p:nvSpPr>
        <p:spPr>
          <a:xfrm>
            <a:off x="1335168" y="285750"/>
            <a:ext cx="3238387" cy="923330"/>
          </a:xfrm>
          <a:prstGeom prst="rect">
            <a:avLst/>
          </a:prstGeom>
          <a:noFill/>
        </p:spPr>
        <p:txBody>
          <a:bodyPr wrap="none" rtlCol="0">
            <a:spAutoFit/>
          </a:bodyPr>
          <a:lstStyle/>
          <a:p>
            <a:r>
              <a:rPr lang="en" sz="5400" u="sng" dirty="0">
                <a:solidFill>
                  <a:srgbClr val="00B0F0"/>
                </a:solidFill>
                <a:latin typeface="Nixie One"/>
              </a:rPr>
              <a:t>CONTENTS</a:t>
            </a:r>
            <a:endParaRPr lang="en-IN" sz="5400" dirty="0">
              <a:latin typeface="Nixie One"/>
            </a:endParaRPr>
          </a:p>
        </p:txBody>
      </p:sp>
    </p:spTree>
    <p:extLst>
      <p:ext uri="{BB962C8B-B14F-4D97-AF65-F5344CB8AC3E}">
        <p14:creationId xmlns:p14="http://schemas.microsoft.com/office/powerpoint/2010/main" val="354745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4294967295"/>
          </p:nvPr>
        </p:nvSpPr>
        <p:spPr>
          <a:xfrm>
            <a:off x="838200" y="514350"/>
            <a:ext cx="7924800" cy="4114800"/>
          </a:xfrm>
        </p:spPr>
        <p:txBody>
          <a:bodyPr/>
          <a:lstStyle/>
          <a:p>
            <a:pPr algn="just">
              <a:buNone/>
            </a:pPr>
            <a:r>
              <a:rPr lang="en-US" sz="4000" dirty="0"/>
              <a:t>     </a:t>
            </a:r>
            <a:r>
              <a:rPr lang="en-US" sz="4000" u="sng" dirty="0">
                <a:solidFill>
                  <a:srgbClr val="00B0F0"/>
                </a:solidFill>
                <a:latin typeface="Nixie One"/>
              </a:rPr>
              <a:t>INTRODUCTION</a:t>
            </a:r>
          </a:p>
          <a:p>
            <a:r>
              <a:rPr lang="en-US" sz="2000" dirty="0">
                <a:latin typeface="Mongolian Baiti" panose="03000500000000000000" pitchFamily="66" charset="0"/>
                <a:cs typeface="Mongolian Baiti" panose="03000500000000000000" pitchFamily="66" charset="0"/>
              </a:rPr>
              <a:t>This system is intended to ease the burden on administration duties for managing the staff in processing Supervision and Management by making information retrieval and management faster, easier, and more efficient compared to the normal manual system.</a:t>
            </a:r>
          </a:p>
          <a:p>
            <a:r>
              <a:rPr lang="en-US" sz="2000" dirty="0">
                <a:latin typeface="Mongolian Baiti" panose="03000500000000000000" pitchFamily="66" charset="0"/>
                <a:cs typeface="Mongolian Baiti" panose="03000500000000000000" pitchFamily="66" charset="0"/>
              </a:rPr>
              <a:t>Student supervision system is a software used by supervisors in order to monitor and reviews students’ performance throughout a term and generate </a:t>
            </a:r>
            <a:r>
              <a:rPr lang="en-US" sz="2000" dirty="0" err="1">
                <a:latin typeface="Mongolian Baiti" panose="03000500000000000000" pitchFamily="66" charset="0"/>
                <a:cs typeface="Mongolian Baiti" panose="03000500000000000000" pitchFamily="66" charset="0"/>
              </a:rPr>
              <a:t>reports.This</a:t>
            </a:r>
            <a:r>
              <a:rPr lang="en-US" sz="2000" dirty="0">
                <a:latin typeface="Mongolian Baiti" panose="03000500000000000000" pitchFamily="66" charset="0"/>
                <a:cs typeface="Mongolian Baiti" panose="03000500000000000000" pitchFamily="66" charset="0"/>
              </a:rPr>
              <a:t> system is helpful for the academicians as well as school administrators to reduce the paperwork which most of the schools are familiar with.</a:t>
            </a:r>
          </a:p>
          <a:p>
            <a:pPr algn="just">
              <a:buNone/>
            </a:pPr>
            <a:endParaRPr lang="en-US" sz="2000" dirty="0"/>
          </a:p>
        </p:txBody>
      </p:sp>
    </p:spTree>
    <p:extLst>
      <p:ext uri="{BB962C8B-B14F-4D97-AF65-F5344CB8AC3E}">
        <p14:creationId xmlns:p14="http://schemas.microsoft.com/office/powerpoint/2010/main" val="247862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barn(inVertical)">
                                      <p:cBhvr>
                                        <p:cTn id="10" dur="500"/>
                                        <p:tgtEl>
                                          <p:spTgt spid="7">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barn(inVertical)">
                                      <p:cBhvr>
                                        <p:cTn id="13"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047750"/>
            <a:ext cx="4944300" cy="645300"/>
          </a:xfrm>
        </p:spPr>
        <p:txBody>
          <a:bodyPr/>
          <a:lstStyle/>
          <a:p>
            <a:r>
              <a:rPr lang="en-US" u="sng" dirty="0">
                <a:solidFill>
                  <a:srgbClr val="00B0F0"/>
                </a:solidFill>
              </a:rPr>
              <a:t>MODULES</a:t>
            </a:r>
          </a:p>
        </p:txBody>
      </p:sp>
      <p:sp>
        <p:nvSpPr>
          <p:cNvPr id="3" name="Text Placeholder 2"/>
          <p:cNvSpPr>
            <a:spLocks noGrp="1"/>
          </p:cNvSpPr>
          <p:nvPr>
            <p:ph type="body" idx="1"/>
          </p:nvPr>
        </p:nvSpPr>
        <p:spPr>
          <a:xfrm>
            <a:off x="1295400" y="1885950"/>
            <a:ext cx="4944300" cy="1659900"/>
          </a:xfrm>
        </p:spPr>
        <p:txBody>
          <a:bodyPr/>
          <a:lstStyle/>
          <a:p>
            <a:r>
              <a:rPr lang="en-US" sz="2800" dirty="0"/>
              <a:t>1.User module.</a:t>
            </a:r>
          </a:p>
          <a:p>
            <a:r>
              <a:rPr lang="en-US" sz="2800" dirty="0"/>
              <a:t>2.Supervisor module.</a:t>
            </a:r>
          </a:p>
          <a:p>
            <a:r>
              <a:rPr lang="en-US" sz="2800" dirty="0"/>
              <a:t>3.Admin module.</a:t>
            </a:r>
          </a:p>
          <a:p>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2" presetClass="emph" presetSubtype="0" fill="hold" grpId="0" nodeType="clickEffect">
                                  <p:stCondLst>
                                    <p:cond delay="0"/>
                                  </p:stCondLst>
                                  <p:childTnLst>
                                    <p:animRot by="120000">
                                      <p:cBhvr>
                                        <p:cTn id="20" dur="100" fill="hold">
                                          <p:stCondLst>
                                            <p:cond delay="0"/>
                                          </p:stCondLst>
                                        </p:cTn>
                                        <p:tgtEl>
                                          <p:spTgt spid="2"/>
                                        </p:tgtEl>
                                        <p:attrNameLst>
                                          <p:attrName>r</p:attrName>
                                        </p:attrNameLst>
                                      </p:cBhvr>
                                    </p:animRot>
                                    <p:animRot by="-240000">
                                      <p:cBhvr>
                                        <p:cTn id="21" dur="200" fill="hold">
                                          <p:stCondLst>
                                            <p:cond delay="200"/>
                                          </p:stCondLst>
                                        </p:cTn>
                                        <p:tgtEl>
                                          <p:spTgt spid="2"/>
                                        </p:tgtEl>
                                        <p:attrNameLst>
                                          <p:attrName>r</p:attrName>
                                        </p:attrNameLst>
                                      </p:cBhvr>
                                    </p:animRot>
                                    <p:animRot by="240000">
                                      <p:cBhvr>
                                        <p:cTn id="22" dur="200" fill="hold">
                                          <p:stCondLst>
                                            <p:cond delay="400"/>
                                          </p:stCondLst>
                                        </p:cTn>
                                        <p:tgtEl>
                                          <p:spTgt spid="2"/>
                                        </p:tgtEl>
                                        <p:attrNameLst>
                                          <p:attrName>r</p:attrName>
                                        </p:attrNameLst>
                                      </p:cBhvr>
                                    </p:animRot>
                                    <p:animRot by="-240000">
                                      <p:cBhvr>
                                        <p:cTn id="23" dur="200" fill="hold">
                                          <p:stCondLst>
                                            <p:cond delay="600"/>
                                          </p:stCondLst>
                                        </p:cTn>
                                        <p:tgtEl>
                                          <p:spTgt spid="2"/>
                                        </p:tgtEl>
                                        <p:attrNameLst>
                                          <p:attrName>r</p:attrName>
                                        </p:attrNameLst>
                                      </p:cBhvr>
                                    </p:animRot>
                                    <p:animRot by="120000">
                                      <p:cBhvr>
                                        <p:cTn id="24"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4" name="Title 3"/>
          <p:cNvSpPr>
            <a:spLocks noGrp="1"/>
          </p:cNvSpPr>
          <p:nvPr>
            <p:ph type="title"/>
          </p:nvPr>
        </p:nvSpPr>
        <p:spPr>
          <a:xfrm>
            <a:off x="1600200" y="514350"/>
            <a:ext cx="7010400" cy="914400"/>
          </a:xfrm>
        </p:spPr>
        <p:txBody>
          <a:bodyPr/>
          <a:lstStyle/>
          <a:p>
            <a:r>
              <a:rPr lang="en-US" sz="4400" u="sng" dirty="0">
                <a:solidFill>
                  <a:srgbClr val="00B0F0"/>
                </a:solidFill>
              </a:rPr>
              <a:t>FUNCTIONAL REQUIREMENTS</a:t>
            </a:r>
          </a:p>
        </p:txBody>
      </p:sp>
      <p:sp>
        <p:nvSpPr>
          <p:cNvPr id="5" name="Text Placeholder 4"/>
          <p:cNvSpPr>
            <a:spLocks noGrp="1"/>
          </p:cNvSpPr>
          <p:nvPr>
            <p:ph type="body" idx="1"/>
          </p:nvPr>
        </p:nvSpPr>
        <p:spPr>
          <a:xfrm>
            <a:off x="1295400" y="1428750"/>
            <a:ext cx="7086600" cy="1905000"/>
          </a:xfrm>
        </p:spPr>
        <p:txBody>
          <a:bodyPr/>
          <a:lstStyle/>
          <a:p>
            <a:r>
              <a:rPr lang="en-US" sz="2400" dirty="0">
                <a:solidFill>
                  <a:schemeClr val="bg1"/>
                </a:solidFill>
                <a:latin typeface="Montserrat Medium" panose="00000600000000000000" pitchFamily="2" charset="0"/>
              </a:rPr>
              <a:t>Admin     </a:t>
            </a:r>
            <a:r>
              <a:rPr lang="en-US" sz="2000" dirty="0">
                <a:solidFill>
                  <a:schemeClr val="bg1"/>
                </a:solidFill>
                <a:latin typeface="Montserrat Medium" panose="00000600000000000000" pitchFamily="2" charset="0"/>
              </a:rPr>
              <a:t>:</a:t>
            </a:r>
          </a:p>
          <a:p>
            <a:pPr marL="0" indent="0">
              <a:buNone/>
            </a:pPr>
            <a:r>
              <a:rPr lang="en-US" sz="2000" dirty="0">
                <a:solidFill>
                  <a:schemeClr val="bg1"/>
                </a:solidFill>
                <a:latin typeface="Montserrat Medium" panose="00000600000000000000" pitchFamily="2" charset="0"/>
              </a:rPr>
              <a:t>                       </a:t>
            </a:r>
            <a:r>
              <a:rPr lang="en-IN" sz="2000" dirty="0">
                <a:solidFill>
                  <a:schemeClr val="bg1"/>
                </a:solidFill>
                <a:latin typeface="Montserrat Medium" panose="00000600000000000000" pitchFamily="2" charset="0"/>
              </a:rPr>
              <a:t>Admin has to log in.</a:t>
            </a:r>
            <a:r>
              <a:rPr lang="en-US" sz="2000" dirty="0">
                <a:solidFill>
                  <a:schemeClr val="bg1"/>
                </a:solidFill>
                <a:latin typeface="Montserrat Medium" panose="00000600000000000000" pitchFamily="2" charset="0"/>
              </a:rPr>
              <a:t> </a:t>
            </a:r>
          </a:p>
          <a:p>
            <a:pPr marL="0" indent="0">
              <a:buNone/>
            </a:pPr>
            <a:r>
              <a:rPr lang="en-US" sz="2000" dirty="0">
                <a:solidFill>
                  <a:schemeClr val="bg1"/>
                </a:solidFill>
                <a:latin typeface="Montserrat Medium" panose="00000600000000000000" pitchFamily="2" charset="0"/>
              </a:rPr>
              <a:t>                       Track down the total number of users in the system.</a:t>
            </a:r>
          </a:p>
          <a:p>
            <a:pPr marL="0" indent="0">
              <a:buNone/>
            </a:pPr>
            <a:r>
              <a:rPr lang="en-US" sz="2000" dirty="0">
                <a:solidFill>
                  <a:schemeClr val="bg1"/>
                </a:solidFill>
                <a:latin typeface="Montserrat Medium" panose="00000600000000000000" pitchFamily="2" charset="0"/>
              </a:rPr>
              <a:t>                       Add, activate and deactivate any user.</a:t>
            </a:r>
          </a:p>
          <a:p>
            <a:pPr marL="0" indent="0">
              <a:buNone/>
            </a:pPr>
            <a:r>
              <a:rPr lang="en-US" sz="2000" dirty="0">
                <a:solidFill>
                  <a:schemeClr val="bg1"/>
                </a:solidFill>
                <a:latin typeface="Montserrat Medium" panose="00000600000000000000" pitchFamily="2" charset="0"/>
              </a:rPr>
              <a:t>                       Count the number of supervisors, students.</a:t>
            </a:r>
          </a:p>
          <a:p>
            <a:pPr marL="0" indent="0">
              <a:buNone/>
            </a:pPr>
            <a:endParaRPr lang="en-US" sz="2000" dirty="0">
              <a:solidFill>
                <a:schemeClr val="bg1"/>
              </a:solidFill>
              <a:latin typeface="Montserrat Medium" panose="00000600000000000000" pitchFamily="2" charset="0"/>
            </a:endParaRPr>
          </a:p>
          <a:p>
            <a:r>
              <a:rPr lang="en-US" sz="2000" dirty="0">
                <a:solidFill>
                  <a:schemeClr val="bg1"/>
                </a:solidFill>
                <a:latin typeface="Montserrat Medium" panose="00000600000000000000" pitchFamily="2" charset="0"/>
              </a:rPr>
              <a:t>Supervisor:</a:t>
            </a:r>
          </a:p>
          <a:p>
            <a:pPr marL="0" indent="0">
              <a:buNone/>
            </a:pPr>
            <a:r>
              <a:rPr lang="en-US" sz="2000" dirty="0">
                <a:solidFill>
                  <a:schemeClr val="bg1"/>
                </a:solidFill>
                <a:latin typeface="Montserrat Medium" panose="00000600000000000000" pitchFamily="2" charset="0"/>
              </a:rPr>
              <a:t>                       Log in as supervisor.</a:t>
            </a:r>
          </a:p>
          <a:p>
            <a:pPr marL="0" indent="0">
              <a:buNone/>
            </a:pPr>
            <a:r>
              <a:rPr lang="en-US" sz="2000" dirty="0">
                <a:solidFill>
                  <a:schemeClr val="bg1"/>
                </a:solidFill>
                <a:latin typeface="Montserrat Medium" panose="00000600000000000000" pitchFamily="2" charset="0"/>
              </a:rPr>
              <a:t>                       View assigned student profile. </a:t>
            </a:r>
          </a:p>
          <a:p>
            <a:pPr marL="0" indent="0">
              <a:buNone/>
            </a:pPr>
            <a:r>
              <a:rPr lang="en-US" sz="2000" dirty="0">
                <a:solidFill>
                  <a:schemeClr val="bg1"/>
                </a:solidFill>
                <a:latin typeface="Montserrat Medium" panose="00000600000000000000" pitchFamily="2" charset="0"/>
              </a:rPr>
              <a:t>	       Post the marks of students.</a:t>
            </a:r>
          </a:p>
          <a:p>
            <a:pPr marL="0" indent="0">
              <a:buNone/>
            </a:pPr>
            <a:endParaRPr lang="en-US" sz="2000" dirty="0">
              <a:solidFill>
                <a:schemeClr val="bg1"/>
              </a:solidFill>
              <a:latin typeface="Montserrat Medium" panose="00000600000000000000" pitchFamily="2" charset="0"/>
            </a:endParaRPr>
          </a:p>
          <a:p>
            <a:pPr marL="0" indent="0">
              <a:buNone/>
            </a:pPr>
            <a:endParaRPr lang="en-US" sz="2000" dirty="0">
              <a:solidFill>
                <a:schemeClr val="bg1"/>
              </a:solidFill>
              <a:latin typeface="Montserrat Medium" panose="00000600000000000000" pitchFamily="2" charset="0"/>
            </a:endParaRPr>
          </a:p>
          <a:p>
            <a:pPr>
              <a:buNone/>
            </a:pP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additive="base">
                                        <p:cTn id="12"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 calcmode="lin" valueType="num">
                                      <p:cBhvr additive="base">
                                        <p:cTn id="16"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 calcmode="lin" valueType="num">
                                      <p:cBhvr additive="base">
                                        <p:cTn id="20"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 calcmode="lin" valueType="num">
                                      <p:cBhvr additive="base">
                                        <p:cTn id="24"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 calcmode="lin" valueType="num">
                                      <p:cBhvr additive="base">
                                        <p:cTn id="2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 calcmode="lin" valueType="num">
                                      <p:cBhvr additive="base">
                                        <p:cTn id="32"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5">
                                            <p:txEl>
                                              <p:pRg st="7" end="7"/>
                                            </p:txEl>
                                          </p:spTgt>
                                        </p:tgtEl>
                                        <p:attrNameLst>
                                          <p:attrName>style.visibility</p:attrName>
                                        </p:attrNameLst>
                                      </p:cBhvr>
                                      <p:to>
                                        <p:strVal val="visible"/>
                                      </p:to>
                                    </p:set>
                                    <p:anim calcmode="lin" valueType="num">
                                      <p:cBhvr additive="base">
                                        <p:cTn id="36"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5">
                                            <p:txEl>
                                              <p:pRg st="8" end="8"/>
                                            </p:txEl>
                                          </p:spTgt>
                                        </p:tgtEl>
                                        <p:attrNameLst>
                                          <p:attrName>style.visibility</p:attrName>
                                        </p:attrNameLst>
                                      </p:cBhvr>
                                      <p:to>
                                        <p:strVal val="visible"/>
                                      </p:to>
                                    </p:set>
                                    <p:anim calcmode="lin" valueType="num">
                                      <p:cBhvr additive="base">
                                        <p:cTn id="40"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8" end="8"/>
                                            </p:txEl>
                                          </p:spTgt>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5">
                                            <p:txEl>
                                              <p:pRg st="9" end="9"/>
                                            </p:txEl>
                                          </p:spTgt>
                                        </p:tgtEl>
                                        <p:attrNameLst>
                                          <p:attrName>style.visibility</p:attrName>
                                        </p:attrNameLst>
                                      </p:cBhvr>
                                      <p:to>
                                        <p:strVal val="visible"/>
                                      </p:to>
                                    </p:set>
                                    <p:anim calcmode="lin" valueType="num">
                                      <p:cBhvr additive="base">
                                        <p:cTn id="44"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4" name="Title 3"/>
          <p:cNvSpPr>
            <a:spLocks noGrp="1"/>
          </p:cNvSpPr>
          <p:nvPr>
            <p:ph type="title"/>
          </p:nvPr>
        </p:nvSpPr>
        <p:spPr>
          <a:xfrm>
            <a:off x="1676400" y="514350"/>
            <a:ext cx="7086600" cy="914400"/>
          </a:xfrm>
        </p:spPr>
        <p:txBody>
          <a:bodyPr/>
          <a:lstStyle/>
          <a:p>
            <a:r>
              <a:rPr lang="en-US" sz="4400" u="sng" dirty="0">
                <a:solidFill>
                  <a:srgbClr val="00B0F0"/>
                </a:solidFill>
              </a:rPr>
              <a:t>FUNCTIONAL REQUIREMENTS</a:t>
            </a:r>
          </a:p>
        </p:txBody>
      </p:sp>
      <p:sp>
        <p:nvSpPr>
          <p:cNvPr id="5" name="Text Placeholder 4"/>
          <p:cNvSpPr>
            <a:spLocks noGrp="1"/>
          </p:cNvSpPr>
          <p:nvPr>
            <p:ph type="body" idx="1"/>
          </p:nvPr>
        </p:nvSpPr>
        <p:spPr>
          <a:xfrm>
            <a:off x="1295400" y="1428750"/>
            <a:ext cx="7086600" cy="1905000"/>
          </a:xfrm>
        </p:spPr>
        <p:txBody>
          <a:bodyPr/>
          <a:lstStyle/>
          <a:p>
            <a:r>
              <a:rPr lang="en-US" sz="2400" dirty="0">
                <a:solidFill>
                  <a:schemeClr val="bg1"/>
                </a:solidFill>
              </a:rPr>
              <a:t>Student:</a:t>
            </a:r>
          </a:p>
          <a:p>
            <a:pPr marL="0" indent="0">
              <a:buNone/>
            </a:pPr>
            <a:r>
              <a:rPr lang="en-US" sz="2400" dirty="0">
                <a:solidFill>
                  <a:schemeClr val="bg1"/>
                </a:solidFill>
              </a:rPr>
              <a:t>                  Log in as student.</a:t>
            </a:r>
          </a:p>
          <a:p>
            <a:pPr marL="0" indent="0">
              <a:buNone/>
            </a:pPr>
            <a:r>
              <a:rPr lang="en-US" sz="2400" dirty="0">
                <a:solidFill>
                  <a:schemeClr val="bg1"/>
                </a:solidFill>
              </a:rPr>
              <a:t>                  Know about the supervisor assigned to him.</a:t>
            </a:r>
          </a:p>
          <a:p>
            <a:pPr marL="0" indent="0">
              <a:buNone/>
            </a:pPr>
            <a:r>
              <a:rPr lang="en-US" sz="2400" dirty="0">
                <a:solidFill>
                  <a:schemeClr val="bg1"/>
                </a:solidFill>
              </a:rPr>
              <a:t>                  Able to update their profile details.</a:t>
            </a:r>
          </a:p>
          <a:p>
            <a:pPr marL="0" indent="0">
              <a:buNone/>
            </a:pPr>
            <a:r>
              <a:rPr lang="en-US" sz="2400" dirty="0">
                <a:solidFill>
                  <a:schemeClr val="bg1"/>
                </a:solidFill>
              </a:rPr>
              <a:t>                  Can view marks secured.</a:t>
            </a:r>
          </a:p>
          <a:p>
            <a:pPr marL="0" indent="0">
              <a:buNone/>
            </a:pPr>
            <a:r>
              <a:rPr lang="en-US" sz="2400" dirty="0">
                <a:solidFill>
                  <a:schemeClr val="bg1"/>
                </a:solidFill>
              </a:rPr>
              <a:t>                  </a:t>
            </a:r>
            <a:endParaRPr lang="en-US" sz="2000" dirty="0">
              <a:solidFill>
                <a:schemeClr val="bg1"/>
              </a:solidFill>
              <a:latin typeface="Montserrat Medium" panose="00000600000000000000" pitchFamily="2" charset="0"/>
            </a:endParaRPr>
          </a:p>
          <a:p>
            <a:pPr marL="0" indent="0">
              <a:buNone/>
            </a:pPr>
            <a:endParaRPr lang="en-US" sz="2000" dirty="0">
              <a:solidFill>
                <a:schemeClr val="bg1"/>
              </a:solidFill>
              <a:latin typeface="Montserrat Medium" panose="00000600000000000000" pitchFamily="2" charset="0"/>
            </a:endParaRPr>
          </a:p>
          <a:p>
            <a:pPr>
              <a:buNone/>
            </a:pPr>
            <a:endParaRPr lang="en-US" sz="2000" dirty="0"/>
          </a:p>
        </p:txBody>
      </p:sp>
    </p:spTree>
    <p:extLst>
      <p:ext uri="{BB962C8B-B14F-4D97-AF65-F5344CB8AC3E}">
        <p14:creationId xmlns:p14="http://schemas.microsoft.com/office/powerpoint/2010/main" val="416249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additive="base">
                                        <p:cTn id="12"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 calcmode="lin" valueType="num">
                                      <p:cBhvr additive="base">
                                        <p:cTn id="16"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 calcmode="lin" valueType="num">
                                      <p:cBhvr additive="base">
                                        <p:cTn id="20"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 calcmode="lin" valueType="num">
                                      <p:cBhvr additive="base">
                                        <p:cTn id="24"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 calcmode="lin" valueType="num">
                                      <p:cBhvr additive="base">
                                        <p:cTn id="2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 calcmode="lin" valueType="num">
                                      <p:cBhvr additive="base">
                                        <p:cTn id="32"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0"/>
        <p:cNvGrpSpPr/>
        <p:nvPr/>
      </p:nvGrpSpPr>
      <p:grpSpPr>
        <a:xfrm>
          <a:off x="0" y="0"/>
          <a:ext cx="0" cy="0"/>
          <a:chOff x="0" y="0"/>
          <a:chExt cx="0" cy="0"/>
        </a:xfrm>
      </p:grpSpPr>
      <p:sp>
        <p:nvSpPr>
          <p:cNvPr id="1441" name="Shape 1441"/>
          <p:cNvSpPr txBox="1">
            <a:spLocks noGrp="1"/>
          </p:cNvSpPr>
          <p:nvPr>
            <p:ph type="title"/>
          </p:nvPr>
        </p:nvSpPr>
        <p:spPr>
          <a:xfrm>
            <a:off x="1447800" y="438150"/>
            <a:ext cx="7772400" cy="1600200"/>
          </a:xfrm>
          <a:prstGeom prst="rect">
            <a:avLst/>
          </a:prstGeom>
        </p:spPr>
        <p:txBody>
          <a:bodyPr lIns="91425" tIns="91425" rIns="91425" bIns="91425" anchor="b" anchorCtr="0">
            <a:noAutofit/>
          </a:bodyPr>
          <a:lstStyle/>
          <a:p>
            <a:r>
              <a:rPr lang="en-US" b="1" u="sng" dirty="0">
                <a:solidFill>
                  <a:srgbClr val="00B0F0"/>
                </a:solidFill>
              </a:rPr>
              <a:t> NON-FUNCTIONAL REQUIREMENTS</a:t>
            </a:r>
            <a:br>
              <a:rPr lang="en-US" u="sng" dirty="0">
                <a:solidFill>
                  <a:srgbClr val="00B0F0"/>
                </a:solidFill>
              </a:rPr>
            </a:br>
            <a:endParaRPr lang="en" u="sng" dirty="0">
              <a:solidFill>
                <a:srgbClr val="00B0F0"/>
              </a:solidFill>
            </a:endParaRPr>
          </a:p>
        </p:txBody>
      </p:sp>
      <p:sp>
        <p:nvSpPr>
          <p:cNvPr id="1442" name="Shape 1442"/>
          <p:cNvSpPr txBox="1">
            <a:spLocks noGrp="1"/>
          </p:cNvSpPr>
          <p:nvPr>
            <p:ph type="body" idx="1"/>
          </p:nvPr>
        </p:nvSpPr>
        <p:spPr>
          <a:xfrm>
            <a:off x="1600200" y="1352550"/>
            <a:ext cx="6324600" cy="2743200"/>
          </a:xfrm>
          <a:prstGeom prst="rect">
            <a:avLst/>
          </a:prstGeom>
        </p:spPr>
        <p:txBody>
          <a:bodyPr lIns="91425" tIns="91425" rIns="91425" bIns="91425" anchor="t" anchorCtr="0">
            <a:noAutofit/>
          </a:bodyPr>
          <a:lstStyle/>
          <a:p>
            <a:r>
              <a:rPr lang="en-US" sz="2400" dirty="0"/>
              <a:t>1.</a:t>
            </a:r>
            <a:r>
              <a:rPr lang="en-US" sz="2400" b="1" dirty="0"/>
              <a:t>Scalability</a:t>
            </a:r>
            <a:r>
              <a:rPr lang="en-US" sz="2400" dirty="0"/>
              <a:t>.</a:t>
            </a:r>
          </a:p>
          <a:p>
            <a:r>
              <a:rPr lang="en-US" sz="2400" dirty="0"/>
              <a:t>2.</a:t>
            </a:r>
            <a:r>
              <a:rPr lang="en-US" b="1" dirty="0"/>
              <a:t> </a:t>
            </a:r>
            <a:r>
              <a:rPr lang="en-US" sz="2400" b="1" dirty="0"/>
              <a:t>Robust.</a:t>
            </a:r>
          </a:p>
          <a:p>
            <a:r>
              <a:rPr lang="en-US" sz="2400" b="1" dirty="0"/>
              <a:t>3.</a:t>
            </a:r>
            <a:r>
              <a:rPr lang="en-IN" b="1" dirty="0"/>
              <a:t> </a:t>
            </a:r>
            <a:r>
              <a:rPr lang="en-US" sz="2400" b="1" dirty="0"/>
              <a:t>Performance.</a:t>
            </a:r>
          </a:p>
          <a:p>
            <a:r>
              <a:rPr lang="en-US" sz="2400" b="1" dirty="0"/>
              <a:t>4.</a:t>
            </a:r>
            <a:r>
              <a:rPr lang="en-US" b="1" dirty="0"/>
              <a:t> </a:t>
            </a:r>
            <a:r>
              <a:rPr lang="en-US" sz="2400" b="1" dirty="0"/>
              <a:t>Reliability.</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41"/>
                                        </p:tgtEl>
                                        <p:attrNameLst>
                                          <p:attrName>style.visibility</p:attrName>
                                        </p:attrNameLst>
                                      </p:cBhvr>
                                      <p:to>
                                        <p:strVal val="visible"/>
                                      </p:to>
                                    </p:set>
                                    <p:animEffect transition="in" filter="wipe(down)">
                                      <p:cBhvr>
                                        <p:cTn id="7" dur="500"/>
                                        <p:tgtEl>
                                          <p:spTgt spid="144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42">
                                            <p:txEl>
                                              <p:pRg st="0" end="0"/>
                                            </p:txEl>
                                          </p:spTgt>
                                        </p:tgtEl>
                                        <p:attrNameLst>
                                          <p:attrName>style.visibility</p:attrName>
                                        </p:attrNameLst>
                                      </p:cBhvr>
                                      <p:to>
                                        <p:strVal val="visible"/>
                                      </p:to>
                                    </p:set>
                                    <p:anim calcmode="lin" valueType="num">
                                      <p:cBhvr additive="base">
                                        <p:cTn id="12" dur="500" fill="hold"/>
                                        <p:tgtEl>
                                          <p:spTgt spid="144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42">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442">
                                            <p:txEl>
                                              <p:pRg st="1" end="1"/>
                                            </p:txEl>
                                          </p:spTgt>
                                        </p:tgtEl>
                                        <p:attrNameLst>
                                          <p:attrName>style.visibility</p:attrName>
                                        </p:attrNameLst>
                                      </p:cBhvr>
                                      <p:to>
                                        <p:strVal val="visible"/>
                                      </p:to>
                                    </p:set>
                                    <p:anim calcmode="lin" valueType="num">
                                      <p:cBhvr additive="base">
                                        <p:cTn id="16" dur="500" fill="hold"/>
                                        <p:tgtEl>
                                          <p:spTgt spid="1442">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44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442">
                                            <p:txEl>
                                              <p:pRg st="2" end="2"/>
                                            </p:txEl>
                                          </p:spTgt>
                                        </p:tgtEl>
                                        <p:attrNameLst>
                                          <p:attrName>style.visibility</p:attrName>
                                        </p:attrNameLst>
                                      </p:cBhvr>
                                      <p:to>
                                        <p:strVal val="visible"/>
                                      </p:to>
                                    </p:set>
                                    <p:anim calcmode="lin" valueType="num">
                                      <p:cBhvr additive="base">
                                        <p:cTn id="22" dur="500" fill="hold"/>
                                        <p:tgtEl>
                                          <p:spTgt spid="1442">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4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42">
                                            <p:txEl>
                                              <p:pRg st="3" end="3"/>
                                            </p:txEl>
                                          </p:spTgt>
                                        </p:tgtEl>
                                        <p:attrNameLst>
                                          <p:attrName>style.visibility</p:attrName>
                                        </p:attrNameLst>
                                      </p:cBhvr>
                                      <p:to>
                                        <p:strVal val="visible"/>
                                      </p:to>
                                    </p:set>
                                    <p:anim calcmode="lin" valueType="num">
                                      <p:cBhvr additive="base">
                                        <p:cTn id="28" dur="500" fill="hold"/>
                                        <p:tgtEl>
                                          <p:spTgt spid="1442">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4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1" grpId="0"/>
      <p:bldP spid="144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742950"/>
            <a:ext cx="6705600" cy="1295400"/>
          </a:xfrm>
        </p:spPr>
        <p:txBody>
          <a:bodyPr/>
          <a:lstStyle/>
          <a:p>
            <a:r>
              <a:rPr lang="en-US" b="1" u="sng" dirty="0">
                <a:solidFill>
                  <a:srgbClr val="00B0F0"/>
                </a:solidFill>
              </a:rPr>
              <a:t>HARDWARE REQUIREMENTS</a:t>
            </a:r>
            <a:br>
              <a:rPr lang="en-US" u="sng" dirty="0">
                <a:solidFill>
                  <a:srgbClr val="00B0F0"/>
                </a:solidFill>
              </a:rPr>
            </a:br>
            <a:endParaRPr lang="en-US" u="sng" dirty="0">
              <a:solidFill>
                <a:srgbClr val="00B0F0"/>
              </a:solidFill>
            </a:endParaRPr>
          </a:p>
        </p:txBody>
      </p:sp>
      <p:sp>
        <p:nvSpPr>
          <p:cNvPr id="3" name="Text Placeholder 2"/>
          <p:cNvSpPr>
            <a:spLocks noGrp="1"/>
          </p:cNvSpPr>
          <p:nvPr>
            <p:ph type="body" idx="1"/>
          </p:nvPr>
        </p:nvSpPr>
        <p:spPr>
          <a:xfrm>
            <a:off x="1295400" y="1504950"/>
            <a:ext cx="6096000" cy="1659900"/>
          </a:xfrm>
        </p:spPr>
        <p:txBody>
          <a:bodyPr/>
          <a:lstStyle/>
          <a:p>
            <a:r>
              <a:rPr lang="en-US" sz="2400" dirty="0"/>
              <a:t>PROCESSOR         :     Intel  dual Core ,i3</a:t>
            </a:r>
          </a:p>
          <a:p>
            <a:r>
              <a:rPr lang="en-US" sz="2400" dirty="0"/>
              <a:t>RAM		        :      1 GB</a:t>
            </a:r>
          </a:p>
          <a:p>
            <a:r>
              <a:rPr lang="en-US" sz="2400" dirty="0"/>
              <a:t>HARD DISK           :     80 GB or more.</a:t>
            </a:r>
          </a:p>
          <a:p>
            <a:pPr algn="just">
              <a:buNone/>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2700" y="905826"/>
            <a:ext cx="6230200" cy="645300"/>
          </a:xfrm>
        </p:spPr>
        <p:txBody>
          <a:bodyPr/>
          <a:lstStyle/>
          <a:p>
            <a:r>
              <a:rPr lang="en-US" b="1" u="sng" dirty="0">
                <a:solidFill>
                  <a:srgbClr val="00B0F0"/>
                </a:solidFill>
              </a:rPr>
              <a:t>SOFTWARE REQUIREMTS</a:t>
            </a:r>
            <a:endParaRPr lang="en-US" u="sng" dirty="0">
              <a:solidFill>
                <a:srgbClr val="00B0F0"/>
              </a:solidFill>
            </a:endParaRPr>
          </a:p>
        </p:txBody>
      </p:sp>
      <p:sp>
        <p:nvSpPr>
          <p:cNvPr id="3" name="Text Placeholder 2"/>
          <p:cNvSpPr>
            <a:spLocks noGrp="1"/>
          </p:cNvSpPr>
          <p:nvPr>
            <p:ph type="body" idx="1"/>
          </p:nvPr>
        </p:nvSpPr>
        <p:spPr>
          <a:xfrm>
            <a:off x="1732700" y="1733550"/>
            <a:ext cx="5963500" cy="2181474"/>
          </a:xfrm>
        </p:spPr>
        <p:txBody>
          <a:bodyPr/>
          <a:lstStyle/>
          <a:p>
            <a:r>
              <a:rPr lang="en-US" sz="2000" dirty="0"/>
              <a:t>OPERATING SYSTEM   :     Windows 7/XP/8/10</a:t>
            </a:r>
          </a:p>
          <a:p>
            <a:r>
              <a:rPr lang="en-US" sz="2000" dirty="0"/>
              <a:t>FRONT END                   :	   Angular 6.</a:t>
            </a:r>
          </a:p>
          <a:p>
            <a:r>
              <a:rPr lang="en-US" sz="2000" dirty="0"/>
              <a:t>BACK END 	            :     NodeJS.</a:t>
            </a:r>
          </a:p>
          <a:p>
            <a:r>
              <a:rPr lang="en-US" sz="2000" dirty="0"/>
              <a:t>DATABASE                     :     Mongo DB.</a:t>
            </a:r>
          </a:p>
          <a:p>
            <a:r>
              <a:rPr lang="en-US" sz="2000" dirty="0"/>
              <a:t>TOOLS USED	            :	   WebStorm.</a:t>
            </a:r>
          </a:p>
          <a:p>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additive="base">
                                        <p:cTn id="2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19200" y="361950"/>
            <a:ext cx="6858000" cy="685800"/>
          </a:xfrm>
        </p:spPr>
        <p:txBody>
          <a:bodyPr/>
          <a:lstStyle/>
          <a:p>
            <a:r>
              <a:rPr lang="en-US" u="sng" dirty="0">
                <a:solidFill>
                  <a:srgbClr val="00B0F0"/>
                </a:solidFill>
              </a:rPr>
              <a:t> USECASE DIAGRAMS</a:t>
            </a:r>
          </a:p>
        </p:txBody>
      </p:sp>
      <p:pic>
        <p:nvPicPr>
          <p:cNvPr id="5" name="Picture 4">
            <a:extLst>
              <a:ext uri="{FF2B5EF4-FFF2-40B4-BE49-F238E27FC236}">
                <a16:creationId xmlns:a16="http://schemas.microsoft.com/office/drawing/2014/main" id="{1BF4CC9A-51D0-4D24-8456-FE9E198E940C}"/>
              </a:ext>
            </a:extLst>
          </p:cNvPr>
          <p:cNvPicPr>
            <a:picLocks noChangeAspect="1"/>
          </p:cNvPicPr>
          <p:nvPr/>
        </p:nvPicPr>
        <p:blipFill>
          <a:blip r:embed="rId2"/>
          <a:stretch>
            <a:fillRect/>
          </a:stretch>
        </p:blipFill>
        <p:spPr>
          <a:xfrm>
            <a:off x="2057400" y="1047750"/>
            <a:ext cx="4724400" cy="3200400"/>
          </a:xfrm>
          <a:prstGeom prst="rect">
            <a:avLst/>
          </a:prstGeom>
        </p:spPr>
      </p:pic>
      <p:sp>
        <p:nvSpPr>
          <p:cNvPr id="3" name="TextBox 2">
            <a:extLst>
              <a:ext uri="{FF2B5EF4-FFF2-40B4-BE49-F238E27FC236}">
                <a16:creationId xmlns:a16="http://schemas.microsoft.com/office/drawing/2014/main" id="{883F1F0B-5F54-4838-BC08-27A224D94FE6}"/>
              </a:ext>
            </a:extLst>
          </p:cNvPr>
          <p:cNvSpPr txBox="1"/>
          <p:nvPr/>
        </p:nvSpPr>
        <p:spPr>
          <a:xfrm>
            <a:off x="2667000" y="4400550"/>
            <a:ext cx="3276600" cy="307777"/>
          </a:xfrm>
          <a:prstGeom prst="rect">
            <a:avLst/>
          </a:prstGeom>
          <a:noFill/>
        </p:spPr>
        <p:txBody>
          <a:bodyPr wrap="square" rtlCol="0">
            <a:spAutoFit/>
          </a:bodyPr>
          <a:lstStyle/>
          <a:p>
            <a:r>
              <a:rPr lang="en-IN" dirty="0">
                <a:solidFill>
                  <a:schemeClr val="bg1"/>
                </a:solidFill>
              </a:rPr>
              <a:t>Fig: </a:t>
            </a:r>
            <a:r>
              <a:rPr lang="en-IN" dirty="0" err="1">
                <a:solidFill>
                  <a:schemeClr val="bg1"/>
                </a:solidFill>
              </a:rPr>
              <a:t>Usecase</a:t>
            </a:r>
            <a:r>
              <a:rPr lang="en-IN" dirty="0">
                <a:solidFill>
                  <a:schemeClr val="bg1"/>
                </a:solidFill>
              </a:rPr>
              <a:t> Diagram for Admin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E3298F-B9A8-4DFD-96D5-D5D83F62265A}"/>
              </a:ext>
            </a:extLst>
          </p:cNvPr>
          <p:cNvPicPr>
            <a:picLocks noChangeAspect="1"/>
          </p:cNvPicPr>
          <p:nvPr/>
        </p:nvPicPr>
        <p:blipFill>
          <a:blip r:embed="rId2"/>
          <a:stretch>
            <a:fillRect/>
          </a:stretch>
        </p:blipFill>
        <p:spPr>
          <a:xfrm>
            <a:off x="2057399" y="412441"/>
            <a:ext cx="4876801" cy="3759509"/>
          </a:xfrm>
          <a:prstGeom prst="rect">
            <a:avLst/>
          </a:prstGeom>
        </p:spPr>
      </p:pic>
      <p:sp>
        <p:nvSpPr>
          <p:cNvPr id="2" name="TextBox 1">
            <a:extLst>
              <a:ext uri="{FF2B5EF4-FFF2-40B4-BE49-F238E27FC236}">
                <a16:creationId xmlns:a16="http://schemas.microsoft.com/office/drawing/2014/main" id="{DC815758-86ED-4350-9FA2-BC3F02EEB44D}"/>
              </a:ext>
            </a:extLst>
          </p:cNvPr>
          <p:cNvSpPr txBox="1"/>
          <p:nvPr/>
        </p:nvSpPr>
        <p:spPr>
          <a:xfrm>
            <a:off x="3276600" y="4476750"/>
            <a:ext cx="3089307" cy="307777"/>
          </a:xfrm>
          <a:prstGeom prst="rect">
            <a:avLst/>
          </a:prstGeom>
          <a:noFill/>
        </p:spPr>
        <p:txBody>
          <a:bodyPr wrap="none" rtlCol="0">
            <a:spAutoFit/>
          </a:bodyPr>
          <a:lstStyle/>
          <a:p>
            <a:r>
              <a:rPr lang="en-IN" dirty="0">
                <a:solidFill>
                  <a:schemeClr val="bg1"/>
                </a:solidFill>
              </a:rPr>
              <a:t>Fig: </a:t>
            </a:r>
            <a:r>
              <a:rPr lang="en-IN" dirty="0" err="1">
                <a:solidFill>
                  <a:schemeClr val="bg1"/>
                </a:solidFill>
              </a:rPr>
              <a:t>Usecase</a:t>
            </a:r>
            <a:r>
              <a:rPr lang="en-IN" dirty="0">
                <a:solidFill>
                  <a:schemeClr val="bg1"/>
                </a:solidFill>
              </a:rPr>
              <a:t> diagram for Supervisor</a:t>
            </a:r>
          </a:p>
        </p:txBody>
      </p:sp>
    </p:spTree>
    <p:extLst>
      <p:ext uri="{BB962C8B-B14F-4D97-AF65-F5344CB8AC3E}">
        <p14:creationId xmlns:p14="http://schemas.microsoft.com/office/powerpoint/2010/main" val="264473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06D277-6FC9-4022-AC4D-D80F1979BDAE}"/>
              </a:ext>
            </a:extLst>
          </p:cNvPr>
          <p:cNvPicPr>
            <a:picLocks noChangeAspect="1"/>
          </p:cNvPicPr>
          <p:nvPr/>
        </p:nvPicPr>
        <p:blipFill>
          <a:blip r:embed="rId2"/>
          <a:stretch>
            <a:fillRect/>
          </a:stretch>
        </p:blipFill>
        <p:spPr>
          <a:xfrm>
            <a:off x="2114008" y="514350"/>
            <a:ext cx="4915983" cy="3733800"/>
          </a:xfrm>
          <a:prstGeom prst="rect">
            <a:avLst/>
          </a:prstGeom>
        </p:spPr>
      </p:pic>
      <p:sp>
        <p:nvSpPr>
          <p:cNvPr id="2" name="TextBox 1">
            <a:extLst>
              <a:ext uri="{FF2B5EF4-FFF2-40B4-BE49-F238E27FC236}">
                <a16:creationId xmlns:a16="http://schemas.microsoft.com/office/drawing/2014/main" id="{2387F1F8-04A7-4059-9DCE-8D344FD1300B}"/>
              </a:ext>
            </a:extLst>
          </p:cNvPr>
          <p:cNvSpPr txBox="1"/>
          <p:nvPr/>
        </p:nvSpPr>
        <p:spPr>
          <a:xfrm>
            <a:off x="3429000" y="4475261"/>
            <a:ext cx="2611612" cy="307777"/>
          </a:xfrm>
          <a:prstGeom prst="rect">
            <a:avLst/>
          </a:prstGeom>
          <a:noFill/>
        </p:spPr>
        <p:txBody>
          <a:bodyPr wrap="none" rtlCol="0">
            <a:spAutoFit/>
          </a:bodyPr>
          <a:lstStyle/>
          <a:p>
            <a:r>
              <a:rPr lang="en-IN" dirty="0">
                <a:solidFill>
                  <a:schemeClr val="bg1"/>
                </a:solidFill>
              </a:rPr>
              <a:t>Fig: </a:t>
            </a:r>
            <a:r>
              <a:rPr lang="en-IN" dirty="0" err="1">
                <a:solidFill>
                  <a:schemeClr val="bg1"/>
                </a:solidFill>
              </a:rPr>
              <a:t>Usecase</a:t>
            </a:r>
            <a:r>
              <a:rPr lang="en-IN" dirty="0">
                <a:solidFill>
                  <a:schemeClr val="bg1"/>
                </a:solidFill>
              </a:rPr>
              <a:t> diagram for User</a:t>
            </a:r>
          </a:p>
        </p:txBody>
      </p:sp>
    </p:spTree>
    <p:extLst>
      <p:ext uri="{BB962C8B-B14F-4D97-AF65-F5344CB8AC3E}">
        <p14:creationId xmlns:p14="http://schemas.microsoft.com/office/powerpoint/2010/main" val="137520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6D0CB8-D322-495B-8C55-BF4654E3B1F9}"/>
              </a:ext>
            </a:extLst>
          </p:cNvPr>
          <p:cNvSpPr txBox="1"/>
          <p:nvPr/>
        </p:nvSpPr>
        <p:spPr>
          <a:xfrm>
            <a:off x="1371600" y="285750"/>
            <a:ext cx="4881465" cy="707886"/>
          </a:xfrm>
          <a:prstGeom prst="rect">
            <a:avLst/>
          </a:prstGeom>
          <a:noFill/>
        </p:spPr>
        <p:txBody>
          <a:bodyPr wrap="none" rtlCol="0">
            <a:spAutoFit/>
          </a:bodyPr>
          <a:lstStyle/>
          <a:p>
            <a:r>
              <a:rPr lang="en-US" sz="4000" u="sng" dirty="0">
                <a:solidFill>
                  <a:srgbClr val="00B0F0"/>
                </a:solidFill>
                <a:latin typeface="Nixie One"/>
              </a:rPr>
              <a:t>SEQUENCE DIAGRAMS</a:t>
            </a:r>
            <a:endParaRPr lang="en-IN" sz="4000" dirty="0">
              <a:solidFill>
                <a:srgbClr val="00B0F0"/>
              </a:solidFill>
              <a:latin typeface="Nixie One"/>
            </a:endParaRPr>
          </a:p>
        </p:txBody>
      </p:sp>
      <p:pic>
        <p:nvPicPr>
          <p:cNvPr id="7" name="Picture 6">
            <a:extLst>
              <a:ext uri="{FF2B5EF4-FFF2-40B4-BE49-F238E27FC236}">
                <a16:creationId xmlns:a16="http://schemas.microsoft.com/office/drawing/2014/main" id="{F5B92D23-6426-4F53-8752-C676A9848291}"/>
              </a:ext>
            </a:extLst>
          </p:cNvPr>
          <p:cNvPicPr>
            <a:picLocks noChangeAspect="1"/>
          </p:cNvPicPr>
          <p:nvPr/>
        </p:nvPicPr>
        <p:blipFill rotWithShape="1">
          <a:blip r:embed="rId2"/>
          <a:srcRect b="9615"/>
          <a:stretch/>
        </p:blipFill>
        <p:spPr>
          <a:xfrm>
            <a:off x="1752600" y="1047750"/>
            <a:ext cx="5334000" cy="3276600"/>
          </a:xfrm>
          <a:prstGeom prst="rect">
            <a:avLst/>
          </a:prstGeom>
        </p:spPr>
      </p:pic>
      <p:sp>
        <p:nvSpPr>
          <p:cNvPr id="2" name="TextBox 1">
            <a:extLst>
              <a:ext uri="{FF2B5EF4-FFF2-40B4-BE49-F238E27FC236}">
                <a16:creationId xmlns:a16="http://schemas.microsoft.com/office/drawing/2014/main" id="{321C72F1-CC66-45C8-9DB3-43C06A60685F}"/>
              </a:ext>
            </a:extLst>
          </p:cNvPr>
          <p:cNvSpPr txBox="1"/>
          <p:nvPr/>
        </p:nvSpPr>
        <p:spPr>
          <a:xfrm>
            <a:off x="3146770" y="4549973"/>
            <a:ext cx="2850460" cy="307777"/>
          </a:xfrm>
          <a:prstGeom prst="rect">
            <a:avLst/>
          </a:prstGeom>
          <a:noFill/>
        </p:spPr>
        <p:txBody>
          <a:bodyPr wrap="none" rtlCol="0">
            <a:spAutoFit/>
          </a:bodyPr>
          <a:lstStyle/>
          <a:p>
            <a:r>
              <a:rPr lang="en-IN" dirty="0">
                <a:solidFill>
                  <a:schemeClr val="bg1"/>
                </a:solidFill>
              </a:rPr>
              <a:t>Fig: Sequence diagram for Admin</a:t>
            </a:r>
          </a:p>
        </p:txBody>
      </p:sp>
    </p:spTree>
    <p:extLst>
      <p:ext uri="{BB962C8B-B14F-4D97-AF65-F5344CB8AC3E}">
        <p14:creationId xmlns:p14="http://schemas.microsoft.com/office/powerpoint/2010/main" val="2841117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661E78-AD38-46CA-91A8-D36C0C363F50}"/>
              </a:ext>
            </a:extLst>
          </p:cNvPr>
          <p:cNvPicPr>
            <a:picLocks noChangeAspect="1"/>
          </p:cNvPicPr>
          <p:nvPr/>
        </p:nvPicPr>
        <p:blipFill rotWithShape="1">
          <a:blip r:embed="rId2"/>
          <a:srcRect b="6250"/>
          <a:stretch/>
        </p:blipFill>
        <p:spPr>
          <a:xfrm>
            <a:off x="1066800" y="133351"/>
            <a:ext cx="7315199" cy="4952999"/>
          </a:xfrm>
          <a:prstGeom prst="rect">
            <a:avLst/>
          </a:prstGeom>
        </p:spPr>
      </p:pic>
    </p:spTree>
    <p:extLst>
      <p:ext uri="{BB962C8B-B14F-4D97-AF65-F5344CB8AC3E}">
        <p14:creationId xmlns:p14="http://schemas.microsoft.com/office/powerpoint/2010/main" val="398962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1F4F5B-B110-448A-A6C9-49B4171766A5}"/>
              </a:ext>
            </a:extLst>
          </p:cNvPr>
          <p:cNvPicPr>
            <a:picLocks noChangeAspect="1"/>
          </p:cNvPicPr>
          <p:nvPr/>
        </p:nvPicPr>
        <p:blipFill>
          <a:blip r:embed="rId2"/>
          <a:stretch>
            <a:fillRect/>
          </a:stretch>
        </p:blipFill>
        <p:spPr>
          <a:xfrm>
            <a:off x="1905000" y="438150"/>
            <a:ext cx="5486400" cy="4038600"/>
          </a:xfrm>
          <a:prstGeom prst="rect">
            <a:avLst/>
          </a:prstGeom>
        </p:spPr>
      </p:pic>
      <p:sp>
        <p:nvSpPr>
          <p:cNvPr id="3" name="TextBox 2">
            <a:extLst>
              <a:ext uri="{FF2B5EF4-FFF2-40B4-BE49-F238E27FC236}">
                <a16:creationId xmlns:a16="http://schemas.microsoft.com/office/drawing/2014/main" id="{15EABE64-D3BD-42D0-B62D-A56B2ACF37E2}"/>
              </a:ext>
            </a:extLst>
          </p:cNvPr>
          <p:cNvSpPr txBox="1"/>
          <p:nvPr/>
        </p:nvSpPr>
        <p:spPr>
          <a:xfrm>
            <a:off x="3505200" y="4690965"/>
            <a:ext cx="3148619" cy="307777"/>
          </a:xfrm>
          <a:prstGeom prst="rect">
            <a:avLst/>
          </a:prstGeom>
          <a:noFill/>
        </p:spPr>
        <p:txBody>
          <a:bodyPr wrap="none" rtlCol="0">
            <a:spAutoFit/>
          </a:bodyPr>
          <a:lstStyle/>
          <a:p>
            <a:r>
              <a:rPr lang="en-IN" dirty="0" err="1">
                <a:solidFill>
                  <a:schemeClr val="bg1"/>
                </a:solidFill>
              </a:rPr>
              <a:t>Fig:Sequence</a:t>
            </a:r>
            <a:r>
              <a:rPr lang="en-IN" dirty="0">
                <a:solidFill>
                  <a:schemeClr val="bg1"/>
                </a:solidFill>
              </a:rPr>
              <a:t> diagram for Supervisor</a:t>
            </a:r>
          </a:p>
        </p:txBody>
      </p:sp>
    </p:spTree>
    <p:extLst>
      <p:ext uri="{BB962C8B-B14F-4D97-AF65-F5344CB8AC3E}">
        <p14:creationId xmlns:p14="http://schemas.microsoft.com/office/powerpoint/2010/main" val="199021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391962-E383-4A9A-91F7-3736A0245437}"/>
              </a:ext>
            </a:extLst>
          </p:cNvPr>
          <p:cNvSpPr txBox="1"/>
          <p:nvPr/>
        </p:nvSpPr>
        <p:spPr>
          <a:xfrm>
            <a:off x="1524000" y="438150"/>
            <a:ext cx="5486400" cy="923330"/>
          </a:xfrm>
          <a:prstGeom prst="rect">
            <a:avLst/>
          </a:prstGeom>
          <a:noFill/>
        </p:spPr>
        <p:txBody>
          <a:bodyPr wrap="square" rtlCol="0">
            <a:spAutoFit/>
          </a:bodyPr>
          <a:lstStyle/>
          <a:p>
            <a:r>
              <a:rPr lang="en-US" sz="4000" u="sng" dirty="0">
                <a:solidFill>
                  <a:srgbClr val="00B0F0"/>
                </a:solidFill>
                <a:latin typeface="Nixie One"/>
              </a:rPr>
              <a:t>CLASS DIAGRAM</a:t>
            </a:r>
            <a:endParaRPr lang="en-IN" sz="4000" dirty="0">
              <a:solidFill>
                <a:srgbClr val="00B0F0"/>
              </a:solidFill>
              <a:latin typeface="Nixie One"/>
            </a:endParaRPr>
          </a:p>
          <a:p>
            <a:endParaRPr lang="en-IN" dirty="0"/>
          </a:p>
        </p:txBody>
      </p:sp>
      <p:pic>
        <p:nvPicPr>
          <p:cNvPr id="4" name="Picture 3">
            <a:extLst>
              <a:ext uri="{FF2B5EF4-FFF2-40B4-BE49-F238E27FC236}">
                <a16:creationId xmlns:a16="http://schemas.microsoft.com/office/drawing/2014/main" id="{1CA9F695-6B67-40B3-9D8E-5104C2AB9702}"/>
              </a:ext>
            </a:extLst>
          </p:cNvPr>
          <p:cNvPicPr>
            <a:picLocks noChangeAspect="1"/>
          </p:cNvPicPr>
          <p:nvPr/>
        </p:nvPicPr>
        <p:blipFill>
          <a:blip r:embed="rId2"/>
          <a:stretch>
            <a:fillRect/>
          </a:stretch>
        </p:blipFill>
        <p:spPr>
          <a:xfrm>
            <a:off x="1600200" y="1123950"/>
            <a:ext cx="5715000" cy="3962400"/>
          </a:xfrm>
          <a:prstGeom prst="rect">
            <a:avLst/>
          </a:prstGeom>
        </p:spPr>
      </p:pic>
    </p:spTree>
    <p:extLst>
      <p:ext uri="{BB962C8B-B14F-4D97-AF65-F5344CB8AC3E}">
        <p14:creationId xmlns:p14="http://schemas.microsoft.com/office/powerpoint/2010/main" val="2668269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31724" y="361950"/>
            <a:ext cx="4488075" cy="644525"/>
          </a:xfrm>
        </p:spPr>
        <p:txBody>
          <a:bodyPr/>
          <a:lstStyle/>
          <a:p>
            <a:r>
              <a:rPr lang="en-US" u="sng" dirty="0">
                <a:solidFill>
                  <a:srgbClr val="00B0F0"/>
                </a:solidFill>
              </a:rPr>
              <a:t>ACTIVITY DIAGRAM</a:t>
            </a:r>
          </a:p>
        </p:txBody>
      </p:sp>
      <p:pic>
        <p:nvPicPr>
          <p:cNvPr id="7" name="Picture 6">
            <a:extLst>
              <a:ext uri="{FF2B5EF4-FFF2-40B4-BE49-F238E27FC236}">
                <a16:creationId xmlns:a16="http://schemas.microsoft.com/office/drawing/2014/main" id="{F383AD21-2370-4569-A1D4-437CEFF4AEAC}"/>
              </a:ext>
            </a:extLst>
          </p:cNvPr>
          <p:cNvPicPr>
            <a:picLocks noChangeAspect="1"/>
          </p:cNvPicPr>
          <p:nvPr/>
        </p:nvPicPr>
        <p:blipFill>
          <a:blip r:embed="rId2"/>
          <a:stretch>
            <a:fillRect/>
          </a:stretch>
        </p:blipFill>
        <p:spPr>
          <a:xfrm>
            <a:off x="1676400" y="1006476"/>
            <a:ext cx="5638800" cy="40798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59159F-E4DC-4520-8011-62AAF7544543}"/>
              </a:ext>
            </a:extLst>
          </p:cNvPr>
          <p:cNvSpPr txBox="1"/>
          <p:nvPr/>
        </p:nvSpPr>
        <p:spPr>
          <a:xfrm>
            <a:off x="1790700" y="97194"/>
            <a:ext cx="5562600" cy="923330"/>
          </a:xfrm>
          <a:prstGeom prst="rect">
            <a:avLst/>
          </a:prstGeom>
          <a:noFill/>
        </p:spPr>
        <p:txBody>
          <a:bodyPr wrap="square" rtlCol="0">
            <a:spAutoFit/>
          </a:bodyPr>
          <a:lstStyle/>
          <a:p>
            <a:r>
              <a:rPr lang="en-US" sz="4000" u="sng" dirty="0">
                <a:solidFill>
                  <a:srgbClr val="00B0F0"/>
                </a:solidFill>
                <a:latin typeface="Nixie One"/>
              </a:rPr>
              <a:t>STATECHART DIAGRAM</a:t>
            </a:r>
            <a:endParaRPr lang="en-IN" sz="4000" dirty="0">
              <a:solidFill>
                <a:srgbClr val="00B0F0"/>
              </a:solidFill>
              <a:latin typeface="Nixie One"/>
            </a:endParaRPr>
          </a:p>
          <a:p>
            <a:endParaRPr lang="en-IN" dirty="0"/>
          </a:p>
        </p:txBody>
      </p:sp>
      <p:pic>
        <p:nvPicPr>
          <p:cNvPr id="4" name="Picture 3">
            <a:extLst>
              <a:ext uri="{FF2B5EF4-FFF2-40B4-BE49-F238E27FC236}">
                <a16:creationId xmlns:a16="http://schemas.microsoft.com/office/drawing/2014/main" id="{0DDABE75-8500-478A-A67F-EC0F7A0DDC09}"/>
              </a:ext>
            </a:extLst>
          </p:cNvPr>
          <p:cNvPicPr>
            <a:picLocks noChangeAspect="1"/>
          </p:cNvPicPr>
          <p:nvPr/>
        </p:nvPicPr>
        <p:blipFill rotWithShape="1">
          <a:blip r:embed="rId2"/>
          <a:srcRect l="24630" r="15360"/>
          <a:stretch/>
        </p:blipFill>
        <p:spPr>
          <a:xfrm>
            <a:off x="2133600" y="742950"/>
            <a:ext cx="4495800" cy="4400550"/>
          </a:xfrm>
          <a:prstGeom prst="rect">
            <a:avLst/>
          </a:prstGeom>
        </p:spPr>
      </p:pic>
    </p:spTree>
    <p:extLst>
      <p:ext uri="{BB962C8B-B14F-4D97-AF65-F5344CB8AC3E}">
        <p14:creationId xmlns:p14="http://schemas.microsoft.com/office/powerpoint/2010/main" val="318056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9C23A0-2A51-4823-84E8-28765C3811B2}"/>
              </a:ext>
            </a:extLst>
          </p:cNvPr>
          <p:cNvSpPr txBox="1"/>
          <p:nvPr/>
        </p:nvSpPr>
        <p:spPr>
          <a:xfrm>
            <a:off x="1447800" y="361950"/>
            <a:ext cx="5181600" cy="923330"/>
          </a:xfrm>
          <a:prstGeom prst="rect">
            <a:avLst/>
          </a:prstGeom>
          <a:noFill/>
        </p:spPr>
        <p:txBody>
          <a:bodyPr wrap="square" rtlCol="0">
            <a:spAutoFit/>
          </a:bodyPr>
          <a:lstStyle/>
          <a:p>
            <a:r>
              <a:rPr lang="en-US" sz="4000" u="sng" dirty="0">
                <a:solidFill>
                  <a:srgbClr val="00B0F0"/>
                </a:solidFill>
                <a:latin typeface="Nixie One"/>
              </a:rPr>
              <a:t>OBJECT DIAGRAM</a:t>
            </a:r>
            <a:endParaRPr lang="en-IN" sz="4000" dirty="0">
              <a:solidFill>
                <a:srgbClr val="00B0F0"/>
              </a:solidFill>
              <a:latin typeface="Nixie One"/>
            </a:endParaRPr>
          </a:p>
          <a:p>
            <a:endParaRPr lang="en-IN" dirty="0"/>
          </a:p>
        </p:txBody>
      </p:sp>
      <p:pic>
        <p:nvPicPr>
          <p:cNvPr id="4" name="Picture 3">
            <a:extLst>
              <a:ext uri="{FF2B5EF4-FFF2-40B4-BE49-F238E27FC236}">
                <a16:creationId xmlns:a16="http://schemas.microsoft.com/office/drawing/2014/main" id="{0164C87B-BABB-4166-A1E0-4F3C6EA083FE}"/>
              </a:ext>
            </a:extLst>
          </p:cNvPr>
          <p:cNvPicPr>
            <a:picLocks noChangeAspect="1"/>
          </p:cNvPicPr>
          <p:nvPr/>
        </p:nvPicPr>
        <p:blipFill>
          <a:blip r:embed="rId2"/>
          <a:stretch>
            <a:fillRect/>
          </a:stretch>
        </p:blipFill>
        <p:spPr>
          <a:xfrm>
            <a:off x="1524001" y="1123950"/>
            <a:ext cx="6019800" cy="3962400"/>
          </a:xfrm>
          <a:prstGeom prst="rect">
            <a:avLst/>
          </a:prstGeom>
        </p:spPr>
      </p:pic>
    </p:spTree>
    <p:extLst>
      <p:ext uri="{BB962C8B-B14F-4D97-AF65-F5344CB8AC3E}">
        <p14:creationId xmlns:p14="http://schemas.microsoft.com/office/powerpoint/2010/main" val="2112353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65E99F-BDF6-4522-B366-33C3F4EA8B37}"/>
              </a:ext>
            </a:extLst>
          </p:cNvPr>
          <p:cNvSpPr txBox="1"/>
          <p:nvPr/>
        </p:nvSpPr>
        <p:spPr>
          <a:xfrm>
            <a:off x="1371600" y="361950"/>
            <a:ext cx="5562600" cy="923330"/>
          </a:xfrm>
          <a:prstGeom prst="rect">
            <a:avLst/>
          </a:prstGeom>
          <a:noFill/>
        </p:spPr>
        <p:txBody>
          <a:bodyPr wrap="square" rtlCol="0">
            <a:spAutoFit/>
          </a:bodyPr>
          <a:lstStyle/>
          <a:p>
            <a:r>
              <a:rPr lang="en-US" sz="4000" u="sng" dirty="0">
                <a:solidFill>
                  <a:srgbClr val="00B0F0"/>
                </a:solidFill>
                <a:latin typeface="Nixie One"/>
              </a:rPr>
              <a:t>COMPONENT DIAGRAM</a:t>
            </a:r>
            <a:endParaRPr lang="en-IN" sz="4000" dirty="0">
              <a:solidFill>
                <a:srgbClr val="00B0F0"/>
              </a:solidFill>
              <a:latin typeface="Nixie One"/>
            </a:endParaRPr>
          </a:p>
          <a:p>
            <a:endParaRPr lang="en-IN" dirty="0"/>
          </a:p>
        </p:txBody>
      </p:sp>
      <p:pic>
        <p:nvPicPr>
          <p:cNvPr id="4" name="Picture 3">
            <a:extLst>
              <a:ext uri="{FF2B5EF4-FFF2-40B4-BE49-F238E27FC236}">
                <a16:creationId xmlns:a16="http://schemas.microsoft.com/office/drawing/2014/main" id="{D2105C52-1376-4731-AC05-36423F219C69}"/>
              </a:ext>
            </a:extLst>
          </p:cNvPr>
          <p:cNvPicPr>
            <a:picLocks noChangeAspect="1"/>
          </p:cNvPicPr>
          <p:nvPr/>
        </p:nvPicPr>
        <p:blipFill>
          <a:blip r:embed="rId2"/>
          <a:stretch>
            <a:fillRect/>
          </a:stretch>
        </p:blipFill>
        <p:spPr>
          <a:xfrm>
            <a:off x="1524001" y="1047750"/>
            <a:ext cx="5878310" cy="4038600"/>
          </a:xfrm>
          <a:prstGeom prst="rect">
            <a:avLst/>
          </a:prstGeom>
        </p:spPr>
      </p:pic>
    </p:spTree>
    <p:extLst>
      <p:ext uri="{BB962C8B-B14F-4D97-AF65-F5344CB8AC3E}">
        <p14:creationId xmlns:p14="http://schemas.microsoft.com/office/powerpoint/2010/main" val="187133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E0BDFC-2D0E-4C8D-8798-EAC6EEA7BC33}"/>
              </a:ext>
            </a:extLst>
          </p:cNvPr>
          <p:cNvSpPr txBox="1"/>
          <p:nvPr/>
        </p:nvSpPr>
        <p:spPr>
          <a:xfrm>
            <a:off x="1752600" y="141137"/>
            <a:ext cx="5791200" cy="923330"/>
          </a:xfrm>
          <a:prstGeom prst="rect">
            <a:avLst/>
          </a:prstGeom>
          <a:noFill/>
        </p:spPr>
        <p:txBody>
          <a:bodyPr wrap="square" rtlCol="0">
            <a:spAutoFit/>
          </a:bodyPr>
          <a:lstStyle/>
          <a:p>
            <a:r>
              <a:rPr lang="en-US" sz="4000" u="sng" dirty="0">
                <a:solidFill>
                  <a:srgbClr val="00B0F0"/>
                </a:solidFill>
                <a:latin typeface="Nixie One"/>
              </a:rPr>
              <a:t>DEPLOYMENT DIAGRAM</a:t>
            </a:r>
            <a:endParaRPr lang="en-IN" sz="4000" dirty="0">
              <a:solidFill>
                <a:srgbClr val="00B0F0"/>
              </a:solidFill>
              <a:latin typeface="Nixie One"/>
            </a:endParaRPr>
          </a:p>
          <a:p>
            <a:endParaRPr lang="en-IN" dirty="0"/>
          </a:p>
        </p:txBody>
      </p:sp>
      <p:pic>
        <p:nvPicPr>
          <p:cNvPr id="4" name="Picture 3">
            <a:extLst>
              <a:ext uri="{FF2B5EF4-FFF2-40B4-BE49-F238E27FC236}">
                <a16:creationId xmlns:a16="http://schemas.microsoft.com/office/drawing/2014/main" id="{05EA0A79-A235-4729-A9D3-D141FB015E36}"/>
              </a:ext>
            </a:extLst>
          </p:cNvPr>
          <p:cNvPicPr>
            <a:picLocks noChangeAspect="1"/>
          </p:cNvPicPr>
          <p:nvPr/>
        </p:nvPicPr>
        <p:blipFill>
          <a:blip r:embed="rId2"/>
          <a:stretch>
            <a:fillRect/>
          </a:stretch>
        </p:blipFill>
        <p:spPr>
          <a:xfrm>
            <a:off x="1600200" y="1047750"/>
            <a:ext cx="6248400" cy="4038600"/>
          </a:xfrm>
          <a:prstGeom prst="rect">
            <a:avLst/>
          </a:prstGeom>
        </p:spPr>
      </p:pic>
    </p:spTree>
    <p:extLst>
      <p:ext uri="{BB962C8B-B14F-4D97-AF65-F5344CB8AC3E}">
        <p14:creationId xmlns:p14="http://schemas.microsoft.com/office/powerpoint/2010/main" val="140699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EE8B20-03EA-4AAF-B429-7F1D2D24F2FC}"/>
              </a:ext>
            </a:extLst>
          </p:cNvPr>
          <p:cNvPicPr>
            <a:picLocks noChangeAspect="1"/>
          </p:cNvPicPr>
          <p:nvPr/>
        </p:nvPicPr>
        <p:blipFill>
          <a:blip r:embed="rId2"/>
          <a:stretch>
            <a:fillRect/>
          </a:stretch>
        </p:blipFill>
        <p:spPr>
          <a:xfrm>
            <a:off x="1485900" y="895350"/>
            <a:ext cx="6057900" cy="3657600"/>
          </a:xfrm>
          <a:prstGeom prst="rect">
            <a:avLst/>
          </a:prstGeom>
        </p:spPr>
      </p:pic>
      <p:sp>
        <p:nvSpPr>
          <p:cNvPr id="3" name="TextBox 2">
            <a:extLst>
              <a:ext uri="{FF2B5EF4-FFF2-40B4-BE49-F238E27FC236}">
                <a16:creationId xmlns:a16="http://schemas.microsoft.com/office/drawing/2014/main" id="{FC81D035-8A7C-4AF6-BE42-9F46450818AA}"/>
              </a:ext>
            </a:extLst>
          </p:cNvPr>
          <p:cNvSpPr txBox="1"/>
          <p:nvPr/>
        </p:nvSpPr>
        <p:spPr>
          <a:xfrm>
            <a:off x="1905000" y="84207"/>
            <a:ext cx="4876800" cy="707886"/>
          </a:xfrm>
          <a:prstGeom prst="rect">
            <a:avLst/>
          </a:prstGeom>
          <a:noFill/>
        </p:spPr>
        <p:txBody>
          <a:bodyPr wrap="square" rtlCol="0">
            <a:spAutoFit/>
          </a:bodyPr>
          <a:lstStyle/>
          <a:p>
            <a:r>
              <a:rPr lang="en-US" sz="4000" u="sng" dirty="0">
                <a:solidFill>
                  <a:srgbClr val="00B0F0"/>
                </a:solidFill>
                <a:latin typeface="Nixie One"/>
              </a:rPr>
              <a:t>Screenshots</a:t>
            </a:r>
            <a:endParaRPr lang="en-IN" sz="4000" dirty="0"/>
          </a:p>
        </p:txBody>
      </p:sp>
      <p:sp>
        <p:nvSpPr>
          <p:cNvPr id="4" name="TextBox 3">
            <a:extLst>
              <a:ext uri="{FF2B5EF4-FFF2-40B4-BE49-F238E27FC236}">
                <a16:creationId xmlns:a16="http://schemas.microsoft.com/office/drawing/2014/main" id="{5D27FB0B-68DC-4F84-A7CE-A2B34558EA67}"/>
              </a:ext>
            </a:extLst>
          </p:cNvPr>
          <p:cNvSpPr txBox="1"/>
          <p:nvPr/>
        </p:nvSpPr>
        <p:spPr>
          <a:xfrm>
            <a:off x="3276600" y="4674479"/>
            <a:ext cx="1587294" cy="307777"/>
          </a:xfrm>
          <a:prstGeom prst="rect">
            <a:avLst/>
          </a:prstGeom>
          <a:noFill/>
        </p:spPr>
        <p:txBody>
          <a:bodyPr wrap="none" rtlCol="0">
            <a:spAutoFit/>
          </a:bodyPr>
          <a:lstStyle/>
          <a:p>
            <a:r>
              <a:rPr lang="en-IN" dirty="0">
                <a:solidFill>
                  <a:schemeClr val="bg1"/>
                </a:solidFill>
              </a:rPr>
              <a:t>Fig : Signup page</a:t>
            </a:r>
          </a:p>
        </p:txBody>
      </p:sp>
    </p:spTree>
    <p:extLst>
      <p:ext uri="{BB962C8B-B14F-4D97-AF65-F5344CB8AC3E}">
        <p14:creationId xmlns:p14="http://schemas.microsoft.com/office/powerpoint/2010/main" val="12918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854FE8-3CE5-49B0-9875-FA379D17D625}"/>
              </a:ext>
            </a:extLst>
          </p:cNvPr>
          <p:cNvPicPr>
            <a:picLocks noChangeAspect="1"/>
          </p:cNvPicPr>
          <p:nvPr/>
        </p:nvPicPr>
        <p:blipFill>
          <a:blip r:embed="rId2"/>
          <a:stretch>
            <a:fillRect/>
          </a:stretch>
        </p:blipFill>
        <p:spPr>
          <a:xfrm>
            <a:off x="1447800" y="514350"/>
            <a:ext cx="6400800" cy="3962400"/>
          </a:xfrm>
          <a:prstGeom prst="rect">
            <a:avLst/>
          </a:prstGeom>
        </p:spPr>
      </p:pic>
      <p:sp>
        <p:nvSpPr>
          <p:cNvPr id="3" name="TextBox 2">
            <a:extLst>
              <a:ext uri="{FF2B5EF4-FFF2-40B4-BE49-F238E27FC236}">
                <a16:creationId xmlns:a16="http://schemas.microsoft.com/office/drawing/2014/main" id="{6771EC3A-7687-4A39-BC8A-274EC1F4BC87}"/>
              </a:ext>
            </a:extLst>
          </p:cNvPr>
          <p:cNvSpPr txBox="1"/>
          <p:nvPr/>
        </p:nvSpPr>
        <p:spPr>
          <a:xfrm>
            <a:off x="3803200" y="4629150"/>
            <a:ext cx="1537600" cy="307777"/>
          </a:xfrm>
          <a:prstGeom prst="rect">
            <a:avLst/>
          </a:prstGeom>
          <a:noFill/>
        </p:spPr>
        <p:txBody>
          <a:bodyPr wrap="none" rtlCol="0">
            <a:spAutoFit/>
          </a:bodyPr>
          <a:lstStyle/>
          <a:p>
            <a:r>
              <a:rPr lang="en-IN" dirty="0">
                <a:solidFill>
                  <a:schemeClr val="bg1"/>
                </a:solidFill>
              </a:rPr>
              <a:t>Fig : </a:t>
            </a:r>
            <a:r>
              <a:rPr lang="en-IN" dirty="0" err="1">
                <a:solidFill>
                  <a:schemeClr val="bg1"/>
                </a:solidFill>
              </a:rPr>
              <a:t>SignIn</a:t>
            </a:r>
            <a:r>
              <a:rPr lang="en-IN" dirty="0">
                <a:solidFill>
                  <a:schemeClr val="bg1"/>
                </a:solidFill>
              </a:rPr>
              <a:t> page</a:t>
            </a:r>
          </a:p>
        </p:txBody>
      </p:sp>
    </p:spTree>
    <p:extLst>
      <p:ext uri="{BB962C8B-B14F-4D97-AF65-F5344CB8AC3E}">
        <p14:creationId xmlns:p14="http://schemas.microsoft.com/office/powerpoint/2010/main" val="202322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F3157D6-14DA-4879-B6A4-5581BC62124E}"/>
              </a:ext>
            </a:extLst>
          </p:cNvPr>
          <p:cNvPicPr>
            <a:picLocks noChangeAspect="1"/>
          </p:cNvPicPr>
          <p:nvPr/>
        </p:nvPicPr>
        <p:blipFill>
          <a:blip r:embed="rId2"/>
          <a:stretch>
            <a:fillRect/>
          </a:stretch>
        </p:blipFill>
        <p:spPr>
          <a:xfrm>
            <a:off x="1447800" y="552450"/>
            <a:ext cx="6705600" cy="4000500"/>
          </a:xfrm>
          <a:prstGeom prst="rect">
            <a:avLst/>
          </a:prstGeom>
        </p:spPr>
      </p:pic>
      <p:sp>
        <p:nvSpPr>
          <p:cNvPr id="3" name="TextBox 2">
            <a:extLst>
              <a:ext uri="{FF2B5EF4-FFF2-40B4-BE49-F238E27FC236}">
                <a16:creationId xmlns:a16="http://schemas.microsoft.com/office/drawing/2014/main" id="{62285F2A-2488-4689-BCBD-3D00D18E4F9E}"/>
              </a:ext>
            </a:extLst>
          </p:cNvPr>
          <p:cNvSpPr txBox="1"/>
          <p:nvPr/>
        </p:nvSpPr>
        <p:spPr>
          <a:xfrm>
            <a:off x="3581400" y="4705350"/>
            <a:ext cx="2382383" cy="307777"/>
          </a:xfrm>
          <a:prstGeom prst="rect">
            <a:avLst/>
          </a:prstGeom>
          <a:noFill/>
        </p:spPr>
        <p:txBody>
          <a:bodyPr wrap="none" rtlCol="0">
            <a:spAutoFit/>
          </a:bodyPr>
          <a:lstStyle/>
          <a:p>
            <a:r>
              <a:rPr lang="en-IN" dirty="0">
                <a:solidFill>
                  <a:schemeClr val="bg1"/>
                </a:solidFill>
              </a:rPr>
              <a:t>Fig : Forgot Password page</a:t>
            </a:r>
          </a:p>
        </p:txBody>
      </p:sp>
    </p:spTree>
    <p:extLst>
      <p:ext uri="{BB962C8B-B14F-4D97-AF65-F5344CB8AC3E}">
        <p14:creationId xmlns:p14="http://schemas.microsoft.com/office/powerpoint/2010/main" val="129286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F4CEAE-09A8-45AB-B372-701C873FC146}"/>
              </a:ext>
            </a:extLst>
          </p:cNvPr>
          <p:cNvPicPr>
            <a:picLocks noChangeAspect="1"/>
          </p:cNvPicPr>
          <p:nvPr/>
        </p:nvPicPr>
        <p:blipFill>
          <a:blip r:embed="rId2"/>
          <a:stretch>
            <a:fillRect/>
          </a:stretch>
        </p:blipFill>
        <p:spPr>
          <a:xfrm>
            <a:off x="1321763" y="590550"/>
            <a:ext cx="6831637" cy="3886200"/>
          </a:xfrm>
          <a:prstGeom prst="rect">
            <a:avLst/>
          </a:prstGeom>
        </p:spPr>
      </p:pic>
      <p:sp>
        <p:nvSpPr>
          <p:cNvPr id="3" name="TextBox 2">
            <a:extLst>
              <a:ext uri="{FF2B5EF4-FFF2-40B4-BE49-F238E27FC236}">
                <a16:creationId xmlns:a16="http://schemas.microsoft.com/office/drawing/2014/main" id="{09F5C6FB-1D17-4B7B-BF7C-E5B6283E7B04}"/>
              </a:ext>
            </a:extLst>
          </p:cNvPr>
          <p:cNvSpPr txBox="1"/>
          <p:nvPr/>
        </p:nvSpPr>
        <p:spPr>
          <a:xfrm>
            <a:off x="3485003" y="4629150"/>
            <a:ext cx="2173993" cy="307777"/>
          </a:xfrm>
          <a:prstGeom prst="rect">
            <a:avLst/>
          </a:prstGeom>
          <a:noFill/>
        </p:spPr>
        <p:txBody>
          <a:bodyPr wrap="none" rtlCol="0">
            <a:spAutoFit/>
          </a:bodyPr>
          <a:lstStyle/>
          <a:p>
            <a:r>
              <a:rPr lang="en-IN" dirty="0">
                <a:solidFill>
                  <a:schemeClr val="bg1"/>
                </a:solidFill>
              </a:rPr>
              <a:t>Fig : User can edit profile</a:t>
            </a:r>
          </a:p>
        </p:txBody>
      </p:sp>
    </p:spTree>
    <p:extLst>
      <p:ext uri="{BB962C8B-B14F-4D97-AF65-F5344CB8AC3E}">
        <p14:creationId xmlns:p14="http://schemas.microsoft.com/office/powerpoint/2010/main" val="210906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A6F423-64E2-45D0-A48F-AEC8BE30CEF3}"/>
              </a:ext>
            </a:extLst>
          </p:cNvPr>
          <p:cNvPicPr>
            <a:picLocks noChangeAspect="1"/>
          </p:cNvPicPr>
          <p:nvPr/>
        </p:nvPicPr>
        <p:blipFill>
          <a:blip r:embed="rId2"/>
          <a:stretch>
            <a:fillRect/>
          </a:stretch>
        </p:blipFill>
        <p:spPr>
          <a:xfrm>
            <a:off x="1371600" y="590550"/>
            <a:ext cx="6858000" cy="3962400"/>
          </a:xfrm>
          <a:prstGeom prst="rect">
            <a:avLst/>
          </a:prstGeom>
        </p:spPr>
      </p:pic>
      <p:sp>
        <p:nvSpPr>
          <p:cNvPr id="3" name="TextBox 2">
            <a:extLst>
              <a:ext uri="{FF2B5EF4-FFF2-40B4-BE49-F238E27FC236}">
                <a16:creationId xmlns:a16="http://schemas.microsoft.com/office/drawing/2014/main" id="{68606978-7E77-40F0-8C5B-0D89AA31B63A}"/>
              </a:ext>
            </a:extLst>
          </p:cNvPr>
          <p:cNvSpPr txBox="1"/>
          <p:nvPr/>
        </p:nvSpPr>
        <p:spPr>
          <a:xfrm>
            <a:off x="3380808" y="4629150"/>
            <a:ext cx="2382383" cy="307777"/>
          </a:xfrm>
          <a:prstGeom prst="rect">
            <a:avLst/>
          </a:prstGeom>
          <a:noFill/>
        </p:spPr>
        <p:txBody>
          <a:bodyPr wrap="none" rtlCol="0">
            <a:spAutoFit/>
          </a:bodyPr>
          <a:lstStyle/>
          <a:p>
            <a:r>
              <a:rPr lang="en-IN" dirty="0">
                <a:solidFill>
                  <a:schemeClr val="bg1"/>
                </a:solidFill>
              </a:rPr>
              <a:t>Fig : Dashboard of the User</a:t>
            </a:r>
          </a:p>
        </p:txBody>
      </p:sp>
    </p:spTree>
    <p:extLst>
      <p:ext uri="{BB962C8B-B14F-4D97-AF65-F5344CB8AC3E}">
        <p14:creationId xmlns:p14="http://schemas.microsoft.com/office/powerpoint/2010/main" val="249895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EF0938-AC22-41E3-9423-111D695D826C}"/>
              </a:ext>
            </a:extLst>
          </p:cNvPr>
          <p:cNvPicPr>
            <a:picLocks noChangeAspect="1"/>
          </p:cNvPicPr>
          <p:nvPr/>
        </p:nvPicPr>
        <p:blipFill>
          <a:blip r:embed="rId2"/>
          <a:stretch>
            <a:fillRect/>
          </a:stretch>
        </p:blipFill>
        <p:spPr>
          <a:xfrm>
            <a:off x="1447800" y="742950"/>
            <a:ext cx="6781800" cy="3810000"/>
          </a:xfrm>
          <a:prstGeom prst="rect">
            <a:avLst/>
          </a:prstGeom>
        </p:spPr>
      </p:pic>
      <p:sp>
        <p:nvSpPr>
          <p:cNvPr id="5" name="TextBox 4">
            <a:extLst>
              <a:ext uri="{FF2B5EF4-FFF2-40B4-BE49-F238E27FC236}">
                <a16:creationId xmlns:a16="http://schemas.microsoft.com/office/drawing/2014/main" id="{2F12A883-DC42-4E9B-9B8B-5BD008BE1E6E}"/>
              </a:ext>
            </a:extLst>
          </p:cNvPr>
          <p:cNvSpPr txBox="1"/>
          <p:nvPr/>
        </p:nvSpPr>
        <p:spPr>
          <a:xfrm>
            <a:off x="3852893" y="4667639"/>
            <a:ext cx="1438214" cy="307777"/>
          </a:xfrm>
          <a:prstGeom prst="rect">
            <a:avLst/>
          </a:prstGeom>
          <a:noFill/>
        </p:spPr>
        <p:txBody>
          <a:bodyPr wrap="none" rtlCol="0">
            <a:spAutoFit/>
          </a:bodyPr>
          <a:lstStyle/>
          <a:p>
            <a:r>
              <a:rPr lang="en-IN" dirty="0">
                <a:solidFill>
                  <a:schemeClr val="bg1"/>
                </a:solidFill>
              </a:rPr>
              <a:t>Fig : Databases</a:t>
            </a:r>
          </a:p>
        </p:txBody>
      </p:sp>
      <p:sp>
        <p:nvSpPr>
          <p:cNvPr id="6" name="TextBox 5">
            <a:extLst>
              <a:ext uri="{FF2B5EF4-FFF2-40B4-BE49-F238E27FC236}">
                <a16:creationId xmlns:a16="http://schemas.microsoft.com/office/drawing/2014/main" id="{B148B468-4E2C-4E7A-BA63-920CED1D1204}"/>
              </a:ext>
            </a:extLst>
          </p:cNvPr>
          <p:cNvSpPr txBox="1"/>
          <p:nvPr/>
        </p:nvSpPr>
        <p:spPr>
          <a:xfrm>
            <a:off x="1922517" y="35064"/>
            <a:ext cx="2404826" cy="707886"/>
          </a:xfrm>
          <a:prstGeom prst="rect">
            <a:avLst/>
          </a:prstGeom>
          <a:noFill/>
        </p:spPr>
        <p:txBody>
          <a:bodyPr wrap="none" rtlCol="0">
            <a:spAutoFit/>
          </a:bodyPr>
          <a:lstStyle/>
          <a:p>
            <a:r>
              <a:rPr lang="en-IN" sz="4000" u="sng" dirty="0">
                <a:solidFill>
                  <a:srgbClr val="00B0F0"/>
                </a:solidFill>
                <a:latin typeface="Nixie One"/>
              </a:rPr>
              <a:t>DATABASE</a:t>
            </a:r>
          </a:p>
        </p:txBody>
      </p:sp>
    </p:spTree>
    <p:extLst>
      <p:ext uri="{BB962C8B-B14F-4D97-AF65-F5344CB8AC3E}">
        <p14:creationId xmlns:p14="http://schemas.microsoft.com/office/powerpoint/2010/main" val="2961201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A8CDAB4C-A5BD-40D1-A358-14BFE68DA986}"/>
              </a:ext>
            </a:extLst>
          </p:cNvPr>
          <p:cNvPicPr>
            <a:picLocks noChangeAspect="1"/>
          </p:cNvPicPr>
          <p:nvPr/>
        </p:nvPicPr>
        <p:blipFill>
          <a:blip r:embed="rId2"/>
          <a:stretch>
            <a:fillRect/>
          </a:stretch>
        </p:blipFill>
        <p:spPr>
          <a:xfrm>
            <a:off x="1371600" y="514350"/>
            <a:ext cx="6858000" cy="3886200"/>
          </a:xfrm>
          <a:prstGeom prst="rect">
            <a:avLst/>
          </a:prstGeom>
        </p:spPr>
      </p:pic>
      <p:sp>
        <p:nvSpPr>
          <p:cNvPr id="2" name="TextBox 1">
            <a:extLst>
              <a:ext uri="{FF2B5EF4-FFF2-40B4-BE49-F238E27FC236}">
                <a16:creationId xmlns:a16="http://schemas.microsoft.com/office/drawing/2014/main" id="{D021891C-D848-4DEE-B159-2E9BFE9A9656}"/>
              </a:ext>
            </a:extLst>
          </p:cNvPr>
          <p:cNvSpPr txBox="1"/>
          <p:nvPr/>
        </p:nvSpPr>
        <p:spPr>
          <a:xfrm>
            <a:off x="3434509" y="4614765"/>
            <a:ext cx="2274982" cy="307777"/>
          </a:xfrm>
          <a:prstGeom prst="rect">
            <a:avLst/>
          </a:prstGeom>
          <a:noFill/>
        </p:spPr>
        <p:txBody>
          <a:bodyPr wrap="none" rtlCol="0">
            <a:spAutoFit/>
          </a:bodyPr>
          <a:lstStyle/>
          <a:p>
            <a:r>
              <a:rPr lang="en-IN" dirty="0">
                <a:solidFill>
                  <a:schemeClr val="bg1"/>
                </a:solidFill>
              </a:rPr>
              <a:t>Fig : Database Collections</a:t>
            </a:r>
          </a:p>
        </p:txBody>
      </p:sp>
    </p:spTree>
    <p:extLst>
      <p:ext uri="{BB962C8B-B14F-4D97-AF65-F5344CB8AC3E}">
        <p14:creationId xmlns:p14="http://schemas.microsoft.com/office/powerpoint/2010/main" val="1550211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9AD30D-DA14-4B3C-AEAE-FBE08A2B89D8}"/>
              </a:ext>
            </a:extLst>
          </p:cNvPr>
          <p:cNvPicPr>
            <a:picLocks noChangeAspect="1"/>
          </p:cNvPicPr>
          <p:nvPr/>
        </p:nvPicPr>
        <p:blipFill>
          <a:blip r:embed="rId2"/>
          <a:stretch>
            <a:fillRect/>
          </a:stretch>
        </p:blipFill>
        <p:spPr>
          <a:xfrm>
            <a:off x="1371600" y="361950"/>
            <a:ext cx="6858000" cy="4267200"/>
          </a:xfrm>
          <a:prstGeom prst="rect">
            <a:avLst/>
          </a:prstGeom>
        </p:spPr>
      </p:pic>
      <p:sp>
        <p:nvSpPr>
          <p:cNvPr id="3" name="TextBox 2">
            <a:extLst>
              <a:ext uri="{FF2B5EF4-FFF2-40B4-BE49-F238E27FC236}">
                <a16:creationId xmlns:a16="http://schemas.microsoft.com/office/drawing/2014/main" id="{BCF35B10-9080-476F-B081-0891F7CA685A}"/>
              </a:ext>
            </a:extLst>
          </p:cNvPr>
          <p:cNvSpPr txBox="1"/>
          <p:nvPr/>
        </p:nvSpPr>
        <p:spPr>
          <a:xfrm>
            <a:off x="3048000" y="4705350"/>
            <a:ext cx="3252299" cy="307777"/>
          </a:xfrm>
          <a:prstGeom prst="rect">
            <a:avLst/>
          </a:prstGeom>
          <a:noFill/>
        </p:spPr>
        <p:txBody>
          <a:bodyPr wrap="square" rtlCol="0">
            <a:spAutoFit/>
          </a:bodyPr>
          <a:lstStyle/>
          <a:p>
            <a:r>
              <a:rPr lang="en-IN" dirty="0">
                <a:solidFill>
                  <a:schemeClr val="bg1"/>
                </a:solidFill>
                <a:latin typeface="Nixie One"/>
              </a:rPr>
              <a:t>Fig : Database Sample Document</a:t>
            </a:r>
          </a:p>
        </p:txBody>
      </p:sp>
    </p:spTree>
    <p:extLst>
      <p:ext uri="{BB962C8B-B14F-4D97-AF65-F5344CB8AC3E}">
        <p14:creationId xmlns:p14="http://schemas.microsoft.com/office/powerpoint/2010/main" val="612703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68"/>
        <p:cNvGrpSpPr/>
        <p:nvPr/>
      </p:nvGrpSpPr>
      <p:grpSpPr>
        <a:xfrm>
          <a:off x="0" y="0"/>
          <a:ext cx="0" cy="0"/>
          <a:chOff x="0" y="0"/>
          <a:chExt cx="0" cy="0"/>
        </a:xfrm>
      </p:grpSpPr>
      <p:grpSp>
        <p:nvGrpSpPr>
          <p:cNvPr id="1671" name="Shape 1671"/>
          <p:cNvGrpSpPr/>
          <p:nvPr/>
        </p:nvGrpSpPr>
        <p:grpSpPr>
          <a:xfrm flipH="1">
            <a:off x="905355" y="670081"/>
            <a:ext cx="2152304" cy="1864573"/>
            <a:chOff x="4088875" y="1431100"/>
            <a:chExt cx="3293000" cy="2852775"/>
          </a:xfrm>
        </p:grpSpPr>
        <p:sp>
          <p:nvSpPr>
            <p:cNvPr id="1672" name="Shape 1672"/>
            <p:cNvSpPr/>
            <p:nvPr/>
          </p:nvSpPr>
          <p:spPr>
            <a:xfrm>
              <a:off x="4831475" y="4136025"/>
              <a:ext cx="157950" cy="147850"/>
            </a:xfrm>
            <a:custGeom>
              <a:avLst/>
              <a:gdLst/>
              <a:ahLst/>
              <a:cxnLst/>
              <a:rect l="0" t="0" r="0" b="0"/>
              <a:pathLst>
                <a:path w="6318" h="5914" extrusionOk="0">
                  <a:moveTo>
                    <a:pt x="404" y="0"/>
                  </a:moveTo>
                  <a:lnTo>
                    <a:pt x="1" y="269"/>
                  </a:lnTo>
                  <a:lnTo>
                    <a:pt x="3227" y="5914"/>
                  </a:lnTo>
                  <a:lnTo>
                    <a:pt x="6318" y="5914"/>
                  </a:lnTo>
                  <a:lnTo>
                    <a:pt x="404" y="0"/>
                  </a:lnTo>
                  <a:close/>
                </a:path>
              </a:pathLst>
            </a:custGeom>
            <a:solidFill>
              <a:srgbClr val="00E2C7"/>
            </a:solidFill>
            <a:ln>
              <a:noFill/>
            </a:ln>
          </p:spPr>
          <p:txBody>
            <a:bodyPr lIns="91425" tIns="91425" rIns="91425" bIns="91425" anchor="ctr" anchorCtr="0">
              <a:noAutofit/>
            </a:bodyPr>
            <a:lstStyle/>
            <a:p>
              <a:pPr lvl="0">
                <a:spcBef>
                  <a:spcPts val="0"/>
                </a:spcBef>
                <a:buNone/>
              </a:pPr>
              <a:endParaRPr/>
            </a:p>
          </p:txBody>
        </p:sp>
        <p:sp>
          <p:nvSpPr>
            <p:cNvPr id="1673" name="Shape 1673"/>
            <p:cNvSpPr/>
            <p:nvPr/>
          </p:nvSpPr>
          <p:spPr>
            <a:xfrm>
              <a:off x="4697075" y="3907525"/>
              <a:ext cx="389800" cy="376350"/>
            </a:xfrm>
            <a:custGeom>
              <a:avLst/>
              <a:gdLst/>
              <a:ahLst/>
              <a:cxnLst/>
              <a:rect l="0" t="0" r="0" b="0"/>
              <a:pathLst>
                <a:path w="15592" h="15054" extrusionOk="0">
                  <a:moveTo>
                    <a:pt x="538" y="0"/>
                  </a:moveTo>
                  <a:lnTo>
                    <a:pt x="1" y="269"/>
                  </a:lnTo>
                  <a:lnTo>
                    <a:pt x="5377" y="9543"/>
                  </a:lnTo>
                  <a:lnTo>
                    <a:pt x="11022" y="15054"/>
                  </a:lnTo>
                  <a:lnTo>
                    <a:pt x="15592" y="15054"/>
                  </a:lnTo>
                  <a:lnTo>
                    <a:pt x="538" y="0"/>
                  </a:lnTo>
                  <a:close/>
                </a:path>
              </a:pathLst>
            </a:custGeom>
            <a:solidFill>
              <a:srgbClr val="01E0C8"/>
            </a:solidFill>
            <a:ln>
              <a:noFill/>
            </a:ln>
          </p:spPr>
          <p:txBody>
            <a:bodyPr lIns="91425" tIns="91425" rIns="91425" bIns="91425" anchor="ctr" anchorCtr="0">
              <a:noAutofit/>
            </a:bodyPr>
            <a:lstStyle/>
            <a:p>
              <a:pPr lvl="0">
                <a:spcBef>
                  <a:spcPts val="0"/>
                </a:spcBef>
                <a:buNone/>
              </a:pPr>
              <a:endParaRPr/>
            </a:p>
          </p:txBody>
        </p:sp>
        <p:sp>
          <p:nvSpPr>
            <p:cNvPr id="1674" name="Shape 1674"/>
            <p:cNvSpPr/>
            <p:nvPr/>
          </p:nvSpPr>
          <p:spPr>
            <a:xfrm>
              <a:off x="4566025" y="3675675"/>
              <a:ext cx="618300" cy="608200"/>
            </a:xfrm>
            <a:custGeom>
              <a:avLst/>
              <a:gdLst/>
              <a:ahLst/>
              <a:cxnLst/>
              <a:rect l="0" t="0" r="0" b="0"/>
              <a:pathLst>
                <a:path w="24732" h="24328" extrusionOk="0">
                  <a:moveTo>
                    <a:pt x="404" y="0"/>
                  </a:moveTo>
                  <a:lnTo>
                    <a:pt x="1" y="404"/>
                  </a:lnTo>
                  <a:lnTo>
                    <a:pt x="5377" y="9543"/>
                  </a:lnTo>
                  <a:lnTo>
                    <a:pt x="20027" y="24328"/>
                  </a:lnTo>
                  <a:lnTo>
                    <a:pt x="24732" y="24328"/>
                  </a:lnTo>
                  <a:lnTo>
                    <a:pt x="404" y="0"/>
                  </a:lnTo>
                  <a:close/>
                </a:path>
              </a:pathLst>
            </a:custGeom>
            <a:solidFill>
              <a:srgbClr val="02DFC8"/>
            </a:solidFill>
            <a:ln>
              <a:noFill/>
            </a:ln>
          </p:spPr>
          <p:txBody>
            <a:bodyPr lIns="91425" tIns="91425" rIns="91425" bIns="91425" anchor="ctr" anchorCtr="0">
              <a:noAutofit/>
            </a:bodyPr>
            <a:lstStyle/>
            <a:p>
              <a:pPr lvl="0">
                <a:spcBef>
                  <a:spcPts val="0"/>
                </a:spcBef>
                <a:buNone/>
              </a:pPr>
              <a:endParaRPr/>
            </a:p>
          </p:txBody>
        </p:sp>
        <p:sp>
          <p:nvSpPr>
            <p:cNvPr id="1675" name="Shape 1675"/>
            <p:cNvSpPr/>
            <p:nvPr/>
          </p:nvSpPr>
          <p:spPr>
            <a:xfrm>
              <a:off x="4434975" y="3447175"/>
              <a:ext cx="846800" cy="836700"/>
            </a:xfrm>
            <a:custGeom>
              <a:avLst/>
              <a:gdLst/>
              <a:ahLst/>
              <a:cxnLst/>
              <a:rect l="0" t="0" r="0" b="0"/>
              <a:pathLst>
                <a:path w="33872" h="33468" extrusionOk="0">
                  <a:moveTo>
                    <a:pt x="404" y="1"/>
                  </a:moveTo>
                  <a:lnTo>
                    <a:pt x="1" y="270"/>
                  </a:lnTo>
                  <a:lnTo>
                    <a:pt x="5243" y="9544"/>
                  </a:lnTo>
                  <a:lnTo>
                    <a:pt x="29167" y="33468"/>
                  </a:lnTo>
                  <a:lnTo>
                    <a:pt x="33871" y="33468"/>
                  </a:lnTo>
                  <a:lnTo>
                    <a:pt x="404" y="1"/>
                  </a:lnTo>
                  <a:close/>
                </a:path>
              </a:pathLst>
            </a:custGeom>
            <a:solidFill>
              <a:srgbClr val="03DDC9"/>
            </a:solidFill>
            <a:ln>
              <a:noFill/>
            </a:ln>
          </p:spPr>
          <p:txBody>
            <a:bodyPr lIns="91425" tIns="91425" rIns="91425" bIns="91425" anchor="ctr" anchorCtr="0">
              <a:noAutofit/>
            </a:bodyPr>
            <a:lstStyle/>
            <a:p>
              <a:pPr lvl="0">
                <a:spcBef>
                  <a:spcPts val="0"/>
                </a:spcBef>
                <a:buNone/>
              </a:pPr>
              <a:endParaRPr/>
            </a:p>
          </p:txBody>
        </p:sp>
        <p:sp>
          <p:nvSpPr>
            <p:cNvPr id="1676" name="Shape 1676"/>
            <p:cNvSpPr/>
            <p:nvPr/>
          </p:nvSpPr>
          <p:spPr>
            <a:xfrm>
              <a:off x="4300575" y="3218700"/>
              <a:ext cx="1078650" cy="1065175"/>
            </a:xfrm>
            <a:custGeom>
              <a:avLst/>
              <a:gdLst/>
              <a:ahLst/>
              <a:cxnLst/>
              <a:rect l="0" t="0" r="0" b="0"/>
              <a:pathLst>
                <a:path w="43146" h="42607" extrusionOk="0">
                  <a:moveTo>
                    <a:pt x="404" y="0"/>
                  </a:moveTo>
                  <a:lnTo>
                    <a:pt x="0" y="269"/>
                  </a:lnTo>
                  <a:lnTo>
                    <a:pt x="5377" y="9543"/>
                  </a:lnTo>
                  <a:lnTo>
                    <a:pt x="38441" y="42607"/>
                  </a:lnTo>
                  <a:lnTo>
                    <a:pt x="43145" y="42607"/>
                  </a:lnTo>
                  <a:lnTo>
                    <a:pt x="404" y="0"/>
                  </a:lnTo>
                  <a:close/>
                </a:path>
              </a:pathLst>
            </a:custGeom>
            <a:solidFill>
              <a:srgbClr val="04DBC9"/>
            </a:solidFill>
            <a:ln>
              <a:noFill/>
            </a:ln>
          </p:spPr>
          <p:txBody>
            <a:bodyPr lIns="91425" tIns="91425" rIns="91425" bIns="91425" anchor="ctr" anchorCtr="0">
              <a:noAutofit/>
            </a:bodyPr>
            <a:lstStyle/>
            <a:p>
              <a:pPr lvl="0">
                <a:spcBef>
                  <a:spcPts val="0"/>
                </a:spcBef>
                <a:buNone/>
              </a:pPr>
              <a:endParaRPr/>
            </a:p>
          </p:txBody>
        </p:sp>
        <p:sp>
          <p:nvSpPr>
            <p:cNvPr id="1677" name="Shape 1677"/>
            <p:cNvSpPr/>
            <p:nvPr/>
          </p:nvSpPr>
          <p:spPr>
            <a:xfrm>
              <a:off x="4169525" y="2990200"/>
              <a:ext cx="1307150" cy="1293675"/>
            </a:xfrm>
            <a:custGeom>
              <a:avLst/>
              <a:gdLst/>
              <a:ahLst/>
              <a:cxnLst/>
              <a:rect l="0" t="0" r="0" b="0"/>
              <a:pathLst>
                <a:path w="52286" h="51747" extrusionOk="0">
                  <a:moveTo>
                    <a:pt x="404" y="1"/>
                  </a:moveTo>
                  <a:lnTo>
                    <a:pt x="1" y="269"/>
                  </a:lnTo>
                  <a:lnTo>
                    <a:pt x="5242" y="9409"/>
                  </a:lnTo>
                  <a:lnTo>
                    <a:pt x="47581" y="51747"/>
                  </a:lnTo>
                  <a:lnTo>
                    <a:pt x="52285" y="51747"/>
                  </a:lnTo>
                  <a:lnTo>
                    <a:pt x="404" y="1"/>
                  </a:lnTo>
                  <a:close/>
                </a:path>
              </a:pathLst>
            </a:custGeom>
            <a:solidFill>
              <a:srgbClr val="06D9CA"/>
            </a:solidFill>
            <a:ln>
              <a:noFill/>
            </a:ln>
          </p:spPr>
          <p:txBody>
            <a:bodyPr lIns="91425" tIns="91425" rIns="91425" bIns="91425" anchor="ctr" anchorCtr="0">
              <a:noAutofit/>
            </a:bodyPr>
            <a:lstStyle/>
            <a:p>
              <a:pPr lvl="0">
                <a:spcBef>
                  <a:spcPts val="0"/>
                </a:spcBef>
                <a:buNone/>
              </a:pPr>
              <a:endParaRPr/>
            </a:p>
          </p:txBody>
        </p:sp>
        <p:sp>
          <p:nvSpPr>
            <p:cNvPr id="1678" name="Shape 1678"/>
            <p:cNvSpPr/>
            <p:nvPr/>
          </p:nvSpPr>
          <p:spPr>
            <a:xfrm>
              <a:off x="4088875" y="2822200"/>
              <a:ext cx="1481875" cy="1461675"/>
            </a:xfrm>
            <a:custGeom>
              <a:avLst/>
              <a:gdLst/>
              <a:ahLst/>
              <a:cxnLst/>
              <a:rect l="0" t="0" r="0" b="0"/>
              <a:pathLst>
                <a:path w="59275" h="58467" extrusionOk="0">
                  <a:moveTo>
                    <a:pt x="807" y="0"/>
                  </a:moveTo>
                  <a:lnTo>
                    <a:pt x="1" y="1479"/>
                  </a:lnTo>
                  <a:lnTo>
                    <a:pt x="3227" y="6989"/>
                  </a:lnTo>
                  <a:lnTo>
                    <a:pt x="54705" y="58467"/>
                  </a:lnTo>
                  <a:lnTo>
                    <a:pt x="59274" y="58467"/>
                  </a:lnTo>
                  <a:lnTo>
                    <a:pt x="807" y="0"/>
                  </a:lnTo>
                  <a:close/>
                </a:path>
              </a:pathLst>
            </a:custGeom>
            <a:solidFill>
              <a:srgbClr val="07D8CB"/>
            </a:solidFill>
            <a:ln>
              <a:noFill/>
            </a:ln>
          </p:spPr>
          <p:txBody>
            <a:bodyPr lIns="91425" tIns="91425" rIns="91425" bIns="91425" anchor="ctr" anchorCtr="0">
              <a:noAutofit/>
            </a:bodyPr>
            <a:lstStyle/>
            <a:p>
              <a:pPr lvl="0">
                <a:spcBef>
                  <a:spcPts val="0"/>
                </a:spcBef>
                <a:buNone/>
              </a:pPr>
              <a:endParaRPr/>
            </a:p>
          </p:txBody>
        </p:sp>
        <p:sp>
          <p:nvSpPr>
            <p:cNvPr id="1679" name="Shape 1679"/>
            <p:cNvSpPr/>
            <p:nvPr/>
          </p:nvSpPr>
          <p:spPr>
            <a:xfrm>
              <a:off x="4102325" y="2761700"/>
              <a:ext cx="1565875" cy="1522175"/>
            </a:xfrm>
            <a:custGeom>
              <a:avLst/>
              <a:gdLst/>
              <a:ahLst/>
              <a:cxnLst/>
              <a:rect l="0" t="0" r="0" b="0"/>
              <a:pathLst>
                <a:path w="62635" h="60887" extrusionOk="0">
                  <a:moveTo>
                    <a:pt x="1748" y="1"/>
                  </a:moveTo>
                  <a:lnTo>
                    <a:pt x="0" y="2823"/>
                  </a:lnTo>
                  <a:lnTo>
                    <a:pt x="58064" y="60887"/>
                  </a:lnTo>
                  <a:lnTo>
                    <a:pt x="62634" y="60887"/>
                  </a:lnTo>
                  <a:lnTo>
                    <a:pt x="1748" y="1"/>
                  </a:lnTo>
                  <a:close/>
                </a:path>
              </a:pathLst>
            </a:custGeom>
            <a:solidFill>
              <a:srgbClr val="08D6CB"/>
            </a:solidFill>
            <a:ln>
              <a:noFill/>
            </a:ln>
          </p:spPr>
          <p:txBody>
            <a:bodyPr lIns="91425" tIns="91425" rIns="91425" bIns="91425" anchor="ctr" anchorCtr="0">
              <a:noAutofit/>
            </a:bodyPr>
            <a:lstStyle/>
            <a:p>
              <a:pPr lvl="0">
                <a:spcBef>
                  <a:spcPts val="0"/>
                </a:spcBef>
                <a:buNone/>
              </a:pPr>
              <a:endParaRPr/>
            </a:p>
          </p:txBody>
        </p:sp>
        <p:sp>
          <p:nvSpPr>
            <p:cNvPr id="1680" name="Shape 1680"/>
            <p:cNvSpPr/>
            <p:nvPr/>
          </p:nvSpPr>
          <p:spPr>
            <a:xfrm>
              <a:off x="4139275" y="2697875"/>
              <a:ext cx="1626375" cy="1586000"/>
            </a:xfrm>
            <a:custGeom>
              <a:avLst/>
              <a:gdLst/>
              <a:ahLst/>
              <a:cxnLst/>
              <a:rect l="0" t="0" r="0" b="0"/>
              <a:pathLst>
                <a:path w="65055" h="63440" extrusionOk="0">
                  <a:moveTo>
                    <a:pt x="1614" y="0"/>
                  </a:moveTo>
                  <a:lnTo>
                    <a:pt x="1" y="2957"/>
                  </a:lnTo>
                  <a:lnTo>
                    <a:pt x="60484" y="63440"/>
                  </a:lnTo>
                  <a:lnTo>
                    <a:pt x="65054" y="63440"/>
                  </a:lnTo>
                  <a:lnTo>
                    <a:pt x="1614" y="0"/>
                  </a:lnTo>
                  <a:close/>
                </a:path>
              </a:pathLst>
            </a:custGeom>
            <a:solidFill>
              <a:srgbClr val="09D4CC"/>
            </a:solidFill>
            <a:ln>
              <a:noFill/>
            </a:ln>
          </p:spPr>
          <p:txBody>
            <a:bodyPr lIns="91425" tIns="91425" rIns="91425" bIns="91425" anchor="ctr" anchorCtr="0">
              <a:noAutofit/>
            </a:bodyPr>
            <a:lstStyle/>
            <a:p>
              <a:pPr lvl="0">
                <a:spcBef>
                  <a:spcPts val="0"/>
                </a:spcBef>
                <a:buNone/>
              </a:pPr>
              <a:endParaRPr/>
            </a:p>
          </p:txBody>
        </p:sp>
        <p:sp>
          <p:nvSpPr>
            <p:cNvPr id="1681" name="Shape 1681"/>
            <p:cNvSpPr/>
            <p:nvPr/>
          </p:nvSpPr>
          <p:spPr>
            <a:xfrm>
              <a:off x="4172900" y="2637375"/>
              <a:ext cx="1690175" cy="1646500"/>
            </a:xfrm>
            <a:custGeom>
              <a:avLst/>
              <a:gdLst/>
              <a:ahLst/>
              <a:cxnLst/>
              <a:rect l="0" t="0" r="0" b="0"/>
              <a:pathLst>
                <a:path w="67607" h="65860" extrusionOk="0">
                  <a:moveTo>
                    <a:pt x="1747" y="1"/>
                  </a:moveTo>
                  <a:lnTo>
                    <a:pt x="0" y="2958"/>
                  </a:lnTo>
                  <a:lnTo>
                    <a:pt x="62903" y="65860"/>
                  </a:lnTo>
                  <a:lnTo>
                    <a:pt x="67607" y="65860"/>
                  </a:lnTo>
                  <a:lnTo>
                    <a:pt x="1747" y="1"/>
                  </a:lnTo>
                  <a:close/>
                </a:path>
              </a:pathLst>
            </a:custGeom>
            <a:solidFill>
              <a:srgbClr val="0AD3CC"/>
            </a:solidFill>
            <a:ln>
              <a:noFill/>
            </a:ln>
          </p:spPr>
          <p:txBody>
            <a:bodyPr lIns="91425" tIns="91425" rIns="91425" bIns="91425" anchor="ctr" anchorCtr="0">
              <a:noAutofit/>
            </a:bodyPr>
            <a:lstStyle/>
            <a:p>
              <a:pPr lvl="0">
                <a:spcBef>
                  <a:spcPts val="0"/>
                </a:spcBef>
                <a:buNone/>
              </a:pPr>
              <a:endParaRPr/>
            </a:p>
          </p:txBody>
        </p:sp>
        <p:sp>
          <p:nvSpPr>
            <p:cNvPr id="1682" name="Shape 1682"/>
            <p:cNvSpPr/>
            <p:nvPr/>
          </p:nvSpPr>
          <p:spPr>
            <a:xfrm>
              <a:off x="4209850" y="2576900"/>
              <a:ext cx="1750675" cy="1706975"/>
            </a:xfrm>
            <a:custGeom>
              <a:avLst/>
              <a:gdLst/>
              <a:ahLst/>
              <a:cxnLst/>
              <a:rect l="0" t="0" r="0" b="0"/>
              <a:pathLst>
                <a:path w="70027" h="68279" extrusionOk="0">
                  <a:moveTo>
                    <a:pt x="1613" y="1"/>
                  </a:moveTo>
                  <a:lnTo>
                    <a:pt x="0" y="2823"/>
                  </a:lnTo>
                  <a:lnTo>
                    <a:pt x="65322" y="68279"/>
                  </a:lnTo>
                  <a:lnTo>
                    <a:pt x="70027" y="68279"/>
                  </a:lnTo>
                  <a:lnTo>
                    <a:pt x="1613" y="1"/>
                  </a:lnTo>
                  <a:close/>
                </a:path>
              </a:pathLst>
            </a:custGeom>
            <a:solidFill>
              <a:srgbClr val="0BD1CD"/>
            </a:solidFill>
            <a:ln>
              <a:noFill/>
            </a:ln>
          </p:spPr>
          <p:txBody>
            <a:bodyPr lIns="91425" tIns="91425" rIns="91425" bIns="91425" anchor="ctr" anchorCtr="0">
              <a:noAutofit/>
            </a:bodyPr>
            <a:lstStyle/>
            <a:p>
              <a:pPr lvl="0">
                <a:spcBef>
                  <a:spcPts val="0"/>
                </a:spcBef>
                <a:buNone/>
              </a:pPr>
              <a:endParaRPr/>
            </a:p>
          </p:txBody>
        </p:sp>
        <p:sp>
          <p:nvSpPr>
            <p:cNvPr id="1683" name="Shape 1683"/>
            <p:cNvSpPr/>
            <p:nvPr/>
          </p:nvSpPr>
          <p:spPr>
            <a:xfrm>
              <a:off x="4243450" y="2513050"/>
              <a:ext cx="1814525" cy="1770825"/>
            </a:xfrm>
            <a:custGeom>
              <a:avLst/>
              <a:gdLst/>
              <a:ahLst/>
              <a:cxnLst/>
              <a:rect l="0" t="0" r="0" b="0"/>
              <a:pathLst>
                <a:path w="72581" h="70833" extrusionOk="0">
                  <a:moveTo>
                    <a:pt x="1748" y="1"/>
                  </a:moveTo>
                  <a:lnTo>
                    <a:pt x="1" y="2958"/>
                  </a:lnTo>
                  <a:lnTo>
                    <a:pt x="67876" y="70833"/>
                  </a:lnTo>
                  <a:lnTo>
                    <a:pt x="72581" y="70833"/>
                  </a:lnTo>
                  <a:lnTo>
                    <a:pt x="1748" y="1"/>
                  </a:lnTo>
                  <a:close/>
                </a:path>
              </a:pathLst>
            </a:custGeom>
            <a:solidFill>
              <a:srgbClr val="0CCFCD"/>
            </a:solidFill>
            <a:ln>
              <a:noFill/>
            </a:ln>
          </p:spPr>
          <p:txBody>
            <a:bodyPr lIns="91425" tIns="91425" rIns="91425" bIns="91425" anchor="ctr" anchorCtr="0">
              <a:noAutofit/>
            </a:bodyPr>
            <a:lstStyle/>
            <a:p>
              <a:pPr lvl="0">
                <a:spcBef>
                  <a:spcPts val="0"/>
                </a:spcBef>
                <a:buNone/>
              </a:pPr>
              <a:endParaRPr/>
            </a:p>
          </p:txBody>
        </p:sp>
        <p:sp>
          <p:nvSpPr>
            <p:cNvPr id="1684" name="Shape 1684"/>
            <p:cNvSpPr/>
            <p:nvPr/>
          </p:nvSpPr>
          <p:spPr>
            <a:xfrm>
              <a:off x="4280425" y="2452575"/>
              <a:ext cx="1875000" cy="1831300"/>
            </a:xfrm>
            <a:custGeom>
              <a:avLst/>
              <a:gdLst/>
              <a:ahLst/>
              <a:cxnLst/>
              <a:rect l="0" t="0" r="0" b="0"/>
              <a:pathLst>
                <a:path w="75000" h="73252" extrusionOk="0">
                  <a:moveTo>
                    <a:pt x="1613" y="1"/>
                  </a:moveTo>
                  <a:lnTo>
                    <a:pt x="0" y="2957"/>
                  </a:lnTo>
                  <a:lnTo>
                    <a:pt x="70295" y="73252"/>
                  </a:lnTo>
                  <a:lnTo>
                    <a:pt x="74999" y="73252"/>
                  </a:lnTo>
                  <a:lnTo>
                    <a:pt x="1613" y="1"/>
                  </a:lnTo>
                  <a:close/>
                </a:path>
              </a:pathLst>
            </a:custGeom>
            <a:solidFill>
              <a:srgbClr val="0DCDCE"/>
            </a:solidFill>
            <a:ln>
              <a:noFill/>
            </a:ln>
          </p:spPr>
          <p:txBody>
            <a:bodyPr lIns="91425" tIns="91425" rIns="91425" bIns="91425" anchor="ctr" anchorCtr="0">
              <a:noAutofit/>
            </a:bodyPr>
            <a:lstStyle/>
            <a:p>
              <a:pPr lvl="0">
                <a:spcBef>
                  <a:spcPts val="0"/>
                </a:spcBef>
                <a:buNone/>
              </a:pPr>
              <a:endParaRPr/>
            </a:p>
          </p:txBody>
        </p:sp>
        <p:sp>
          <p:nvSpPr>
            <p:cNvPr id="1685" name="Shape 1685"/>
            <p:cNvSpPr/>
            <p:nvPr/>
          </p:nvSpPr>
          <p:spPr>
            <a:xfrm>
              <a:off x="4314025" y="2392100"/>
              <a:ext cx="1935475" cy="1891775"/>
            </a:xfrm>
            <a:custGeom>
              <a:avLst/>
              <a:gdLst/>
              <a:ahLst/>
              <a:cxnLst/>
              <a:rect l="0" t="0" r="0" b="0"/>
              <a:pathLst>
                <a:path w="77419" h="75671" extrusionOk="0">
                  <a:moveTo>
                    <a:pt x="1747" y="0"/>
                  </a:moveTo>
                  <a:lnTo>
                    <a:pt x="0" y="2957"/>
                  </a:lnTo>
                  <a:lnTo>
                    <a:pt x="72849" y="75671"/>
                  </a:lnTo>
                  <a:lnTo>
                    <a:pt x="77419" y="75671"/>
                  </a:lnTo>
                  <a:lnTo>
                    <a:pt x="1747" y="0"/>
                  </a:lnTo>
                  <a:close/>
                </a:path>
              </a:pathLst>
            </a:custGeom>
            <a:solidFill>
              <a:srgbClr val="0ECCCF"/>
            </a:solidFill>
            <a:ln>
              <a:noFill/>
            </a:ln>
          </p:spPr>
          <p:txBody>
            <a:bodyPr lIns="91425" tIns="91425" rIns="91425" bIns="91425" anchor="ctr" anchorCtr="0">
              <a:noAutofit/>
            </a:bodyPr>
            <a:lstStyle/>
            <a:p>
              <a:pPr lvl="0">
                <a:spcBef>
                  <a:spcPts val="0"/>
                </a:spcBef>
                <a:buNone/>
              </a:pPr>
              <a:endParaRPr/>
            </a:p>
          </p:txBody>
        </p:sp>
        <p:sp>
          <p:nvSpPr>
            <p:cNvPr id="1686" name="Shape 1686"/>
            <p:cNvSpPr/>
            <p:nvPr/>
          </p:nvSpPr>
          <p:spPr>
            <a:xfrm>
              <a:off x="4350975" y="2328250"/>
              <a:ext cx="1995975" cy="1955625"/>
            </a:xfrm>
            <a:custGeom>
              <a:avLst/>
              <a:gdLst/>
              <a:ahLst/>
              <a:cxnLst/>
              <a:rect l="0" t="0" r="0" b="0"/>
              <a:pathLst>
                <a:path w="79839" h="78225" extrusionOk="0">
                  <a:moveTo>
                    <a:pt x="1748" y="1"/>
                  </a:moveTo>
                  <a:lnTo>
                    <a:pt x="1" y="2957"/>
                  </a:lnTo>
                  <a:lnTo>
                    <a:pt x="75269" y="78225"/>
                  </a:lnTo>
                  <a:lnTo>
                    <a:pt x="79839" y="78225"/>
                  </a:lnTo>
                  <a:lnTo>
                    <a:pt x="1748" y="1"/>
                  </a:lnTo>
                  <a:close/>
                </a:path>
              </a:pathLst>
            </a:custGeom>
            <a:solidFill>
              <a:srgbClr val="10CACF"/>
            </a:solidFill>
            <a:ln>
              <a:noFill/>
            </a:ln>
          </p:spPr>
          <p:txBody>
            <a:bodyPr lIns="91425" tIns="91425" rIns="91425" bIns="91425" anchor="ctr" anchorCtr="0">
              <a:noAutofit/>
            </a:bodyPr>
            <a:lstStyle/>
            <a:p>
              <a:pPr lvl="0">
                <a:spcBef>
                  <a:spcPts val="0"/>
                </a:spcBef>
                <a:buNone/>
              </a:pPr>
              <a:endParaRPr/>
            </a:p>
          </p:txBody>
        </p:sp>
        <p:sp>
          <p:nvSpPr>
            <p:cNvPr id="1687" name="Shape 1687"/>
            <p:cNvSpPr/>
            <p:nvPr/>
          </p:nvSpPr>
          <p:spPr>
            <a:xfrm>
              <a:off x="4384575" y="2267775"/>
              <a:ext cx="2059825" cy="2016100"/>
            </a:xfrm>
            <a:custGeom>
              <a:avLst/>
              <a:gdLst/>
              <a:ahLst/>
              <a:cxnLst/>
              <a:rect l="0" t="0" r="0" b="0"/>
              <a:pathLst>
                <a:path w="82393" h="80644" extrusionOk="0">
                  <a:moveTo>
                    <a:pt x="1748" y="0"/>
                  </a:moveTo>
                  <a:lnTo>
                    <a:pt x="1" y="2957"/>
                  </a:lnTo>
                  <a:lnTo>
                    <a:pt x="77823" y="80644"/>
                  </a:lnTo>
                  <a:lnTo>
                    <a:pt x="82392" y="80644"/>
                  </a:lnTo>
                  <a:lnTo>
                    <a:pt x="1748" y="0"/>
                  </a:lnTo>
                  <a:close/>
                </a:path>
              </a:pathLst>
            </a:custGeom>
            <a:solidFill>
              <a:srgbClr val="11C8D0"/>
            </a:solidFill>
            <a:ln>
              <a:noFill/>
            </a:ln>
          </p:spPr>
          <p:txBody>
            <a:bodyPr lIns="91425" tIns="91425" rIns="91425" bIns="91425" anchor="ctr" anchorCtr="0">
              <a:noAutofit/>
            </a:bodyPr>
            <a:lstStyle/>
            <a:p>
              <a:pPr lvl="0">
                <a:spcBef>
                  <a:spcPts val="0"/>
                </a:spcBef>
                <a:buNone/>
              </a:pPr>
              <a:endParaRPr/>
            </a:p>
          </p:txBody>
        </p:sp>
        <p:sp>
          <p:nvSpPr>
            <p:cNvPr id="1688" name="Shape 1688"/>
            <p:cNvSpPr/>
            <p:nvPr/>
          </p:nvSpPr>
          <p:spPr>
            <a:xfrm>
              <a:off x="4421550" y="2207275"/>
              <a:ext cx="2120300" cy="2076600"/>
            </a:xfrm>
            <a:custGeom>
              <a:avLst/>
              <a:gdLst/>
              <a:ahLst/>
              <a:cxnLst/>
              <a:rect l="0" t="0" r="0" b="0"/>
              <a:pathLst>
                <a:path w="84812" h="83064" extrusionOk="0">
                  <a:moveTo>
                    <a:pt x="1747" y="1"/>
                  </a:moveTo>
                  <a:lnTo>
                    <a:pt x="0" y="2958"/>
                  </a:lnTo>
                  <a:lnTo>
                    <a:pt x="80107" y="83064"/>
                  </a:lnTo>
                  <a:lnTo>
                    <a:pt x="84811" y="83064"/>
                  </a:lnTo>
                  <a:lnTo>
                    <a:pt x="1747" y="1"/>
                  </a:lnTo>
                  <a:close/>
                </a:path>
              </a:pathLst>
            </a:custGeom>
            <a:solidFill>
              <a:srgbClr val="12C7D0"/>
            </a:solidFill>
            <a:ln>
              <a:noFill/>
            </a:ln>
          </p:spPr>
          <p:txBody>
            <a:bodyPr lIns="91425" tIns="91425" rIns="91425" bIns="91425" anchor="ctr" anchorCtr="0">
              <a:noAutofit/>
            </a:bodyPr>
            <a:lstStyle/>
            <a:p>
              <a:pPr lvl="0">
                <a:spcBef>
                  <a:spcPts val="0"/>
                </a:spcBef>
                <a:buNone/>
              </a:pPr>
              <a:endParaRPr/>
            </a:p>
          </p:txBody>
        </p:sp>
        <p:sp>
          <p:nvSpPr>
            <p:cNvPr id="1689" name="Shape 1689"/>
            <p:cNvSpPr/>
            <p:nvPr/>
          </p:nvSpPr>
          <p:spPr>
            <a:xfrm>
              <a:off x="4458500" y="2146800"/>
              <a:ext cx="2130375" cy="2137075"/>
            </a:xfrm>
            <a:custGeom>
              <a:avLst/>
              <a:gdLst/>
              <a:ahLst/>
              <a:cxnLst/>
              <a:rect l="0" t="0" r="0" b="0"/>
              <a:pathLst>
                <a:path w="85215" h="85483" extrusionOk="0">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lIns="91425" tIns="91425" rIns="91425" bIns="91425" anchor="ctr" anchorCtr="0">
              <a:noAutofit/>
            </a:bodyPr>
            <a:lstStyle/>
            <a:p>
              <a:pPr lvl="0">
                <a:spcBef>
                  <a:spcPts val="0"/>
                </a:spcBef>
                <a:buNone/>
              </a:pPr>
              <a:endParaRPr/>
            </a:p>
          </p:txBody>
        </p:sp>
        <p:sp>
          <p:nvSpPr>
            <p:cNvPr id="1690" name="Shape 1690"/>
            <p:cNvSpPr/>
            <p:nvPr/>
          </p:nvSpPr>
          <p:spPr>
            <a:xfrm>
              <a:off x="4492100" y="2082950"/>
              <a:ext cx="2133750" cy="2163975"/>
            </a:xfrm>
            <a:custGeom>
              <a:avLst/>
              <a:gdLst/>
              <a:ahLst/>
              <a:cxnLst/>
              <a:rect l="0" t="0" r="0" b="0"/>
              <a:pathLst>
                <a:path w="85350" h="86559" extrusionOk="0">
                  <a:moveTo>
                    <a:pt x="1748" y="1"/>
                  </a:moveTo>
                  <a:lnTo>
                    <a:pt x="1" y="2958"/>
                  </a:lnTo>
                  <a:lnTo>
                    <a:pt x="83602" y="86559"/>
                  </a:lnTo>
                  <a:lnTo>
                    <a:pt x="85349" y="83602"/>
                  </a:lnTo>
                  <a:lnTo>
                    <a:pt x="1748" y="1"/>
                  </a:lnTo>
                  <a:close/>
                </a:path>
              </a:pathLst>
            </a:custGeom>
            <a:solidFill>
              <a:srgbClr val="14C3D2"/>
            </a:solidFill>
            <a:ln>
              <a:noFill/>
            </a:ln>
          </p:spPr>
          <p:txBody>
            <a:bodyPr lIns="91425" tIns="91425" rIns="91425" bIns="91425" anchor="ctr" anchorCtr="0">
              <a:noAutofit/>
            </a:bodyPr>
            <a:lstStyle/>
            <a:p>
              <a:pPr lvl="0">
                <a:spcBef>
                  <a:spcPts val="0"/>
                </a:spcBef>
                <a:buNone/>
              </a:pPr>
              <a:endParaRPr/>
            </a:p>
          </p:txBody>
        </p:sp>
        <p:sp>
          <p:nvSpPr>
            <p:cNvPr id="1691" name="Shape 1691"/>
            <p:cNvSpPr/>
            <p:nvPr/>
          </p:nvSpPr>
          <p:spPr>
            <a:xfrm>
              <a:off x="4529075" y="2022475"/>
              <a:ext cx="2130375" cy="2163975"/>
            </a:xfrm>
            <a:custGeom>
              <a:avLst/>
              <a:gdLst/>
              <a:ahLst/>
              <a:cxnLst/>
              <a:rect l="0" t="0" r="0" b="0"/>
              <a:pathLst>
                <a:path w="85215" h="86559" extrusionOk="0">
                  <a:moveTo>
                    <a:pt x="1613" y="1"/>
                  </a:moveTo>
                  <a:lnTo>
                    <a:pt x="0" y="2957"/>
                  </a:lnTo>
                  <a:lnTo>
                    <a:pt x="83467" y="86558"/>
                  </a:lnTo>
                  <a:lnTo>
                    <a:pt x="85214" y="83601"/>
                  </a:lnTo>
                  <a:lnTo>
                    <a:pt x="1613" y="1"/>
                  </a:lnTo>
                  <a:close/>
                </a:path>
              </a:pathLst>
            </a:custGeom>
            <a:solidFill>
              <a:srgbClr val="15C1D2"/>
            </a:solidFill>
            <a:ln>
              <a:noFill/>
            </a:ln>
          </p:spPr>
          <p:txBody>
            <a:bodyPr lIns="91425" tIns="91425" rIns="91425" bIns="91425" anchor="ctr" anchorCtr="0">
              <a:noAutofit/>
            </a:bodyPr>
            <a:lstStyle/>
            <a:p>
              <a:pPr lvl="0">
                <a:spcBef>
                  <a:spcPts val="0"/>
                </a:spcBef>
                <a:buNone/>
              </a:pPr>
              <a:endParaRPr/>
            </a:p>
          </p:txBody>
        </p:sp>
        <p:sp>
          <p:nvSpPr>
            <p:cNvPr id="1692" name="Shape 1692"/>
            <p:cNvSpPr/>
            <p:nvPr/>
          </p:nvSpPr>
          <p:spPr>
            <a:xfrm>
              <a:off x="4562675" y="1962000"/>
              <a:ext cx="2133725" cy="2160600"/>
            </a:xfrm>
            <a:custGeom>
              <a:avLst/>
              <a:gdLst/>
              <a:ahLst/>
              <a:cxnLst/>
              <a:rect l="0" t="0" r="0" b="0"/>
              <a:pathLst>
                <a:path w="85349" h="86424" extrusionOk="0">
                  <a:moveTo>
                    <a:pt x="1748" y="0"/>
                  </a:moveTo>
                  <a:lnTo>
                    <a:pt x="0" y="2957"/>
                  </a:lnTo>
                  <a:lnTo>
                    <a:pt x="83602" y="86424"/>
                  </a:lnTo>
                  <a:lnTo>
                    <a:pt x="85349" y="83467"/>
                  </a:lnTo>
                  <a:lnTo>
                    <a:pt x="1748" y="0"/>
                  </a:lnTo>
                  <a:close/>
                </a:path>
              </a:pathLst>
            </a:custGeom>
            <a:solidFill>
              <a:srgbClr val="16C0D3"/>
            </a:solidFill>
            <a:ln>
              <a:noFill/>
            </a:ln>
          </p:spPr>
          <p:txBody>
            <a:bodyPr lIns="91425" tIns="91425" rIns="91425" bIns="91425" anchor="ctr" anchorCtr="0">
              <a:noAutofit/>
            </a:bodyPr>
            <a:lstStyle/>
            <a:p>
              <a:pPr lvl="0">
                <a:spcBef>
                  <a:spcPts val="0"/>
                </a:spcBef>
                <a:buNone/>
              </a:pPr>
              <a:endParaRPr/>
            </a:p>
          </p:txBody>
        </p:sp>
        <p:sp>
          <p:nvSpPr>
            <p:cNvPr id="1693" name="Shape 1693"/>
            <p:cNvSpPr/>
            <p:nvPr/>
          </p:nvSpPr>
          <p:spPr>
            <a:xfrm>
              <a:off x="4599625" y="1898150"/>
              <a:ext cx="2130375" cy="2163975"/>
            </a:xfrm>
            <a:custGeom>
              <a:avLst/>
              <a:gdLst/>
              <a:ahLst/>
              <a:cxnLst/>
              <a:rect l="0" t="0" r="0" b="0"/>
              <a:pathLst>
                <a:path w="85215" h="86559" extrusionOk="0">
                  <a:moveTo>
                    <a:pt x="1614" y="0"/>
                  </a:moveTo>
                  <a:lnTo>
                    <a:pt x="1" y="2957"/>
                  </a:lnTo>
                  <a:lnTo>
                    <a:pt x="83602" y="86558"/>
                  </a:lnTo>
                  <a:lnTo>
                    <a:pt x="85215" y="83601"/>
                  </a:lnTo>
                  <a:lnTo>
                    <a:pt x="1614" y="0"/>
                  </a:lnTo>
                  <a:close/>
                </a:path>
              </a:pathLst>
            </a:custGeom>
            <a:solidFill>
              <a:srgbClr val="17BED3"/>
            </a:solidFill>
            <a:ln>
              <a:noFill/>
            </a:ln>
          </p:spPr>
          <p:txBody>
            <a:bodyPr lIns="91425" tIns="91425" rIns="91425" bIns="91425" anchor="ctr" anchorCtr="0">
              <a:noAutofit/>
            </a:bodyPr>
            <a:lstStyle/>
            <a:p>
              <a:pPr lvl="0">
                <a:spcBef>
                  <a:spcPts val="0"/>
                </a:spcBef>
                <a:buNone/>
              </a:pPr>
              <a:endParaRPr/>
            </a:p>
          </p:txBody>
        </p:sp>
        <p:sp>
          <p:nvSpPr>
            <p:cNvPr id="1694" name="Shape 1694"/>
            <p:cNvSpPr/>
            <p:nvPr/>
          </p:nvSpPr>
          <p:spPr>
            <a:xfrm>
              <a:off x="4633225" y="1837675"/>
              <a:ext cx="2133750" cy="2163950"/>
            </a:xfrm>
            <a:custGeom>
              <a:avLst/>
              <a:gdLst/>
              <a:ahLst/>
              <a:cxnLst/>
              <a:rect l="0" t="0" r="0" b="0"/>
              <a:pathLst>
                <a:path w="85350" h="86558" extrusionOk="0">
                  <a:moveTo>
                    <a:pt x="1748" y="0"/>
                  </a:moveTo>
                  <a:lnTo>
                    <a:pt x="1" y="2957"/>
                  </a:lnTo>
                  <a:lnTo>
                    <a:pt x="83602" y="86558"/>
                  </a:lnTo>
                  <a:lnTo>
                    <a:pt x="85349" y="83601"/>
                  </a:lnTo>
                  <a:lnTo>
                    <a:pt x="1748" y="0"/>
                  </a:lnTo>
                  <a:close/>
                </a:path>
              </a:pathLst>
            </a:custGeom>
            <a:solidFill>
              <a:srgbClr val="18BCD4"/>
            </a:solidFill>
            <a:ln>
              <a:noFill/>
            </a:ln>
          </p:spPr>
          <p:txBody>
            <a:bodyPr lIns="91425" tIns="91425" rIns="91425" bIns="91425" anchor="ctr" anchorCtr="0">
              <a:noAutofit/>
            </a:bodyPr>
            <a:lstStyle/>
            <a:p>
              <a:pPr lvl="0">
                <a:spcBef>
                  <a:spcPts val="0"/>
                </a:spcBef>
                <a:buNone/>
              </a:pPr>
              <a:endParaRPr/>
            </a:p>
          </p:txBody>
        </p:sp>
        <p:sp>
          <p:nvSpPr>
            <p:cNvPr id="1695" name="Shape 1695"/>
            <p:cNvSpPr/>
            <p:nvPr/>
          </p:nvSpPr>
          <p:spPr>
            <a:xfrm>
              <a:off x="4670200" y="1777175"/>
              <a:ext cx="2130375" cy="2160625"/>
            </a:xfrm>
            <a:custGeom>
              <a:avLst/>
              <a:gdLst/>
              <a:ahLst/>
              <a:cxnLst/>
              <a:rect l="0" t="0" r="0" b="0"/>
              <a:pathLst>
                <a:path w="85215" h="86425" extrusionOk="0">
                  <a:moveTo>
                    <a:pt x="1748" y="1"/>
                  </a:moveTo>
                  <a:lnTo>
                    <a:pt x="0" y="2958"/>
                  </a:lnTo>
                  <a:lnTo>
                    <a:pt x="83602" y="86424"/>
                  </a:lnTo>
                  <a:lnTo>
                    <a:pt x="85215" y="83467"/>
                  </a:lnTo>
                  <a:lnTo>
                    <a:pt x="1748" y="1"/>
                  </a:lnTo>
                  <a:close/>
                </a:path>
              </a:pathLst>
            </a:custGeom>
            <a:solidFill>
              <a:srgbClr val="19BBD5"/>
            </a:solidFill>
            <a:ln>
              <a:noFill/>
            </a:ln>
          </p:spPr>
          <p:txBody>
            <a:bodyPr lIns="91425" tIns="91425" rIns="91425" bIns="91425" anchor="ctr" anchorCtr="0">
              <a:noAutofit/>
            </a:bodyPr>
            <a:lstStyle/>
            <a:p>
              <a:pPr lvl="0">
                <a:spcBef>
                  <a:spcPts val="0"/>
                </a:spcBef>
                <a:buNone/>
              </a:pPr>
              <a:endParaRPr/>
            </a:p>
          </p:txBody>
        </p:sp>
        <p:sp>
          <p:nvSpPr>
            <p:cNvPr id="1696" name="Shape 1696"/>
            <p:cNvSpPr/>
            <p:nvPr/>
          </p:nvSpPr>
          <p:spPr>
            <a:xfrm>
              <a:off x="4707150" y="1713350"/>
              <a:ext cx="2130375" cy="2163950"/>
            </a:xfrm>
            <a:custGeom>
              <a:avLst/>
              <a:gdLst/>
              <a:ahLst/>
              <a:cxnLst/>
              <a:rect l="0" t="0" r="0" b="0"/>
              <a:pathLst>
                <a:path w="85215" h="86558" extrusionOk="0">
                  <a:moveTo>
                    <a:pt x="1614" y="0"/>
                  </a:moveTo>
                  <a:lnTo>
                    <a:pt x="1" y="2957"/>
                  </a:lnTo>
                  <a:lnTo>
                    <a:pt x="83468" y="86558"/>
                  </a:lnTo>
                  <a:lnTo>
                    <a:pt x="85215" y="83601"/>
                  </a:lnTo>
                  <a:lnTo>
                    <a:pt x="1614" y="0"/>
                  </a:lnTo>
                  <a:close/>
                </a:path>
              </a:pathLst>
            </a:custGeom>
            <a:solidFill>
              <a:srgbClr val="1BB9D5"/>
            </a:solidFill>
            <a:ln>
              <a:noFill/>
            </a:ln>
          </p:spPr>
          <p:txBody>
            <a:bodyPr lIns="91425" tIns="91425" rIns="91425" bIns="91425" anchor="ctr" anchorCtr="0">
              <a:noAutofit/>
            </a:bodyPr>
            <a:lstStyle/>
            <a:p>
              <a:pPr lvl="0">
                <a:spcBef>
                  <a:spcPts val="0"/>
                </a:spcBef>
                <a:buNone/>
              </a:pPr>
              <a:endParaRPr/>
            </a:p>
          </p:txBody>
        </p:sp>
        <p:sp>
          <p:nvSpPr>
            <p:cNvPr id="1697" name="Shape 1697"/>
            <p:cNvSpPr/>
            <p:nvPr/>
          </p:nvSpPr>
          <p:spPr>
            <a:xfrm>
              <a:off x="4740750" y="1652850"/>
              <a:ext cx="2130400" cy="2163975"/>
            </a:xfrm>
            <a:custGeom>
              <a:avLst/>
              <a:gdLst/>
              <a:ahLst/>
              <a:cxnLst/>
              <a:rect l="0" t="0" r="0" b="0"/>
              <a:pathLst>
                <a:path w="85216" h="86559" extrusionOk="0">
                  <a:moveTo>
                    <a:pt x="1748" y="1"/>
                  </a:moveTo>
                  <a:lnTo>
                    <a:pt x="1" y="2958"/>
                  </a:lnTo>
                  <a:lnTo>
                    <a:pt x="83602" y="86559"/>
                  </a:lnTo>
                  <a:lnTo>
                    <a:pt x="85215" y="83602"/>
                  </a:lnTo>
                  <a:lnTo>
                    <a:pt x="1748" y="1"/>
                  </a:lnTo>
                  <a:close/>
                </a:path>
              </a:pathLst>
            </a:custGeom>
            <a:solidFill>
              <a:srgbClr val="1CB7D6"/>
            </a:solidFill>
            <a:ln>
              <a:noFill/>
            </a:ln>
          </p:spPr>
          <p:txBody>
            <a:bodyPr lIns="91425" tIns="91425" rIns="91425" bIns="91425" anchor="ctr" anchorCtr="0">
              <a:noAutofit/>
            </a:bodyPr>
            <a:lstStyle/>
            <a:p>
              <a:pPr lvl="0">
                <a:spcBef>
                  <a:spcPts val="0"/>
                </a:spcBef>
                <a:buNone/>
              </a:pPr>
              <a:endParaRPr/>
            </a:p>
          </p:txBody>
        </p:sp>
        <p:sp>
          <p:nvSpPr>
            <p:cNvPr id="1698" name="Shape 1698"/>
            <p:cNvSpPr/>
            <p:nvPr/>
          </p:nvSpPr>
          <p:spPr>
            <a:xfrm>
              <a:off x="4777725" y="1592375"/>
              <a:ext cx="2130375" cy="2160600"/>
            </a:xfrm>
            <a:custGeom>
              <a:avLst/>
              <a:gdLst/>
              <a:ahLst/>
              <a:cxnLst/>
              <a:rect l="0" t="0" r="0" b="0"/>
              <a:pathLst>
                <a:path w="85215" h="86424" extrusionOk="0">
                  <a:moveTo>
                    <a:pt x="1613" y="1"/>
                  </a:moveTo>
                  <a:lnTo>
                    <a:pt x="0" y="2957"/>
                  </a:lnTo>
                  <a:lnTo>
                    <a:pt x="83467" y="86424"/>
                  </a:lnTo>
                  <a:lnTo>
                    <a:pt x="85215" y="83601"/>
                  </a:lnTo>
                  <a:lnTo>
                    <a:pt x="1613" y="1"/>
                  </a:lnTo>
                  <a:close/>
                </a:path>
              </a:pathLst>
            </a:custGeom>
            <a:solidFill>
              <a:srgbClr val="1DB5D6"/>
            </a:solidFill>
            <a:ln>
              <a:noFill/>
            </a:ln>
          </p:spPr>
          <p:txBody>
            <a:bodyPr lIns="91425" tIns="91425" rIns="91425" bIns="91425" anchor="ctr" anchorCtr="0">
              <a:noAutofit/>
            </a:bodyPr>
            <a:lstStyle/>
            <a:p>
              <a:pPr lvl="0">
                <a:spcBef>
                  <a:spcPts val="0"/>
                </a:spcBef>
                <a:buNone/>
              </a:pPr>
              <a:endParaRPr/>
            </a:p>
          </p:txBody>
        </p:sp>
        <p:sp>
          <p:nvSpPr>
            <p:cNvPr id="1699" name="Shape 1699"/>
            <p:cNvSpPr/>
            <p:nvPr/>
          </p:nvSpPr>
          <p:spPr>
            <a:xfrm>
              <a:off x="4811325" y="1531900"/>
              <a:ext cx="2133750" cy="2160600"/>
            </a:xfrm>
            <a:custGeom>
              <a:avLst/>
              <a:gdLst/>
              <a:ahLst/>
              <a:cxnLst/>
              <a:rect l="0" t="0" r="0" b="0"/>
              <a:pathLst>
                <a:path w="85350" h="86424" extrusionOk="0">
                  <a:moveTo>
                    <a:pt x="1748" y="0"/>
                  </a:moveTo>
                  <a:lnTo>
                    <a:pt x="0" y="2823"/>
                  </a:lnTo>
                  <a:lnTo>
                    <a:pt x="83602" y="86423"/>
                  </a:lnTo>
                  <a:lnTo>
                    <a:pt x="85349" y="83467"/>
                  </a:lnTo>
                  <a:lnTo>
                    <a:pt x="1748" y="0"/>
                  </a:lnTo>
                  <a:close/>
                </a:path>
              </a:pathLst>
            </a:custGeom>
            <a:solidFill>
              <a:srgbClr val="1EB4D7"/>
            </a:solidFill>
            <a:ln>
              <a:noFill/>
            </a:ln>
          </p:spPr>
          <p:txBody>
            <a:bodyPr lIns="91425" tIns="91425" rIns="91425" bIns="91425" anchor="ctr" anchorCtr="0">
              <a:noAutofit/>
            </a:bodyPr>
            <a:lstStyle/>
            <a:p>
              <a:pPr lvl="0">
                <a:spcBef>
                  <a:spcPts val="0"/>
                </a:spcBef>
                <a:buNone/>
              </a:pPr>
              <a:endParaRPr/>
            </a:p>
          </p:txBody>
        </p:sp>
        <p:sp>
          <p:nvSpPr>
            <p:cNvPr id="1700" name="Shape 1700"/>
            <p:cNvSpPr/>
            <p:nvPr/>
          </p:nvSpPr>
          <p:spPr>
            <a:xfrm>
              <a:off x="4848275" y="1468050"/>
              <a:ext cx="2130400" cy="2163975"/>
            </a:xfrm>
            <a:custGeom>
              <a:avLst/>
              <a:gdLst/>
              <a:ahLst/>
              <a:cxnLst/>
              <a:rect l="0" t="0" r="0" b="0"/>
              <a:pathLst>
                <a:path w="85216" h="86559" extrusionOk="0">
                  <a:moveTo>
                    <a:pt x="1614" y="0"/>
                  </a:moveTo>
                  <a:lnTo>
                    <a:pt x="1" y="2957"/>
                  </a:lnTo>
                  <a:lnTo>
                    <a:pt x="83602" y="86558"/>
                  </a:lnTo>
                  <a:lnTo>
                    <a:pt x="85215" y="83601"/>
                  </a:lnTo>
                  <a:lnTo>
                    <a:pt x="1614" y="0"/>
                  </a:lnTo>
                  <a:close/>
                </a:path>
              </a:pathLst>
            </a:custGeom>
            <a:solidFill>
              <a:srgbClr val="1FB2D7"/>
            </a:solidFill>
            <a:ln>
              <a:noFill/>
            </a:ln>
          </p:spPr>
          <p:txBody>
            <a:bodyPr lIns="91425" tIns="91425" rIns="91425" bIns="91425" anchor="ctr" anchorCtr="0">
              <a:noAutofit/>
            </a:bodyPr>
            <a:lstStyle/>
            <a:p>
              <a:pPr lvl="0">
                <a:spcBef>
                  <a:spcPts val="0"/>
                </a:spcBef>
                <a:buNone/>
              </a:pPr>
              <a:endParaRPr/>
            </a:p>
          </p:txBody>
        </p:sp>
        <p:sp>
          <p:nvSpPr>
            <p:cNvPr id="1701" name="Shape 1701"/>
            <p:cNvSpPr/>
            <p:nvPr/>
          </p:nvSpPr>
          <p:spPr>
            <a:xfrm>
              <a:off x="4881875" y="1431100"/>
              <a:ext cx="2133750" cy="2140425"/>
            </a:xfrm>
            <a:custGeom>
              <a:avLst/>
              <a:gdLst/>
              <a:ahLst/>
              <a:cxnLst/>
              <a:rect l="0" t="0" r="0" b="0"/>
              <a:pathLst>
                <a:path w="85350" h="85617" extrusionOk="0">
                  <a:moveTo>
                    <a:pt x="1211" y="0"/>
                  </a:moveTo>
                  <a:lnTo>
                    <a:pt x="1" y="2016"/>
                  </a:lnTo>
                  <a:lnTo>
                    <a:pt x="83602" y="85617"/>
                  </a:lnTo>
                  <a:lnTo>
                    <a:pt x="85350" y="82660"/>
                  </a:lnTo>
                  <a:lnTo>
                    <a:pt x="2689" y="0"/>
                  </a:lnTo>
                  <a:close/>
                </a:path>
              </a:pathLst>
            </a:custGeom>
            <a:solidFill>
              <a:srgbClr val="20B0D8"/>
            </a:solidFill>
            <a:ln>
              <a:noFill/>
            </a:ln>
          </p:spPr>
          <p:txBody>
            <a:bodyPr lIns="91425" tIns="91425" rIns="91425" bIns="91425" anchor="ctr" anchorCtr="0">
              <a:noAutofit/>
            </a:bodyPr>
            <a:lstStyle/>
            <a:p>
              <a:pPr lvl="0">
                <a:spcBef>
                  <a:spcPts val="0"/>
                </a:spcBef>
                <a:buNone/>
              </a:pPr>
              <a:endParaRPr/>
            </a:p>
          </p:txBody>
        </p:sp>
        <p:sp>
          <p:nvSpPr>
            <p:cNvPr id="1702" name="Shape 1702"/>
            <p:cNvSpPr/>
            <p:nvPr/>
          </p:nvSpPr>
          <p:spPr>
            <a:xfrm>
              <a:off x="4928925" y="1431100"/>
              <a:ext cx="2120300" cy="2076600"/>
            </a:xfrm>
            <a:custGeom>
              <a:avLst/>
              <a:gdLst/>
              <a:ahLst/>
              <a:cxnLst/>
              <a:rect l="0" t="0" r="0" b="0"/>
              <a:pathLst>
                <a:path w="84812" h="83064" extrusionOk="0">
                  <a:moveTo>
                    <a:pt x="1" y="0"/>
                  </a:moveTo>
                  <a:lnTo>
                    <a:pt x="83199" y="83063"/>
                  </a:lnTo>
                  <a:lnTo>
                    <a:pt x="84812" y="80106"/>
                  </a:lnTo>
                  <a:lnTo>
                    <a:pt x="4705" y="0"/>
                  </a:lnTo>
                  <a:close/>
                </a:path>
              </a:pathLst>
            </a:custGeom>
            <a:solidFill>
              <a:srgbClr val="21AED9"/>
            </a:solidFill>
            <a:ln>
              <a:noFill/>
            </a:ln>
          </p:spPr>
          <p:txBody>
            <a:bodyPr lIns="91425" tIns="91425" rIns="91425" bIns="91425" anchor="ctr" anchorCtr="0">
              <a:noAutofit/>
            </a:bodyPr>
            <a:lstStyle/>
            <a:p>
              <a:pPr lvl="0">
                <a:spcBef>
                  <a:spcPts val="0"/>
                </a:spcBef>
                <a:buNone/>
              </a:pPr>
              <a:endParaRPr/>
            </a:p>
          </p:txBody>
        </p:sp>
        <p:sp>
          <p:nvSpPr>
            <p:cNvPr id="1703" name="Shape 1703"/>
            <p:cNvSpPr/>
            <p:nvPr/>
          </p:nvSpPr>
          <p:spPr>
            <a:xfrm>
              <a:off x="5026375" y="1431100"/>
              <a:ext cx="2059825" cy="2016100"/>
            </a:xfrm>
            <a:custGeom>
              <a:avLst/>
              <a:gdLst/>
              <a:ahLst/>
              <a:cxnLst/>
              <a:rect l="0" t="0" r="0" b="0"/>
              <a:pathLst>
                <a:path w="82393" h="80644" extrusionOk="0">
                  <a:moveTo>
                    <a:pt x="0" y="0"/>
                  </a:moveTo>
                  <a:lnTo>
                    <a:pt x="80645" y="80644"/>
                  </a:lnTo>
                  <a:lnTo>
                    <a:pt x="82392" y="77687"/>
                  </a:lnTo>
                  <a:lnTo>
                    <a:pt x="4705" y="0"/>
                  </a:lnTo>
                  <a:close/>
                </a:path>
              </a:pathLst>
            </a:custGeom>
            <a:solidFill>
              <a:srgbClr val="22ADD9"/>
            </a:solidFill>
            <a:ln>
              <a:noFill/>
            </a:ln>
          </p:spPr>
          <p:txBody>
            <a:bodyPr lIns="91425" tIns="91425" rIns="91425" bIns="91425" anchor="ctr" anchorCtr="0">
              <a:noAutofit/>
            </a:bodyPr>
            <a:lstStyle/>
            <a:p>
              <a:pPr lvl="0">
                <a:spcBef>
                  <a:spcPts val="0"/>
                </a:spcBef>
                <a:buNone/>
              </a:pPr>
              <a:endParaRPr/>
            </a:p>
          </p:txBody>
        </p:sp>
        <p:sp>
          <p:nvSpPr>
            <p:cNvPr id="1704" name="Shape 1704"/>
            <p:cNvSpPr/>
            <p:nvPr/>
          </p:nvSpPr>
          <p:spPr>
            <a:xfrm>
              <a:off x="5123825" y="1431100"/>
              <a:ext cx="1995975" cy="1955625"/>
            </a:xfrm>
            <a:custGeom>
              <a:avLst/>
              <a:gdLst/>
              <a:ahLst/>
              <a:cxnLst/>
              <a:rect l="0" t="0" r="0" b="0"/>
              <a:pathLst>
                <a:path w="79839" h="78225" extrusionOk="0">
                  <a:moveTo>
                    <a:pt x="0" y="0"/>
                  </a:moveTo>
                  <a:lnTo>
                    <a:pt x="78225" y="78225"/>
                  </a:lnTo>
                  <a:lnTo>
                    <a:pt x="79838" y="75268"/>
                  </a:lnTo>
                  <a:lnTo>
                    <a:pt x="4705" y="0"/>
                  </a:lnTo>
                  <a:close/>
                </a:path>
              </a:pathLst>
            </a:custGeom>
            <a:solidFill>
              <a:srgbClr val="23ABDA"/>
            </a:solidFill>
            <a:ln>
              <a:noFill/>
            </a:ln>
          </p:spPr>
          <p:txBody>
            <a:bodyPr lIns="91425" tIns="91425" rIns="91425" bIns="91425" anchor="ctr" anchorCtr="0">
              <a:noAutofit/>
            </a:bodyPr>
            <a:lstStyle/>
            <a:p>
              <a:pPr lvl="0">
                <a:spcBef>
                  <a:spcPts val="0"/>
                </a:spcBef>
                <a:buNone/>
              </a:pPr>
              <a:endParaRPr/>
            </a:p>
          </p:txBody>
        </p:sp>
        <p:sp>
          <p:nvSpPr>
            <p:cNvPr id="1705" name="Shape 1705"/>
            <p:cNvSpPr/>
            <p:nvPr/>
          </p:nvSpPr>
          <p:spPr>
            <a:xfrm>
              <a:off x="5221275" y="1431100"/>
              <a:ext cx="1935475" cy="1891775"/>
            </a:xfrm>
            <a:custGeom>
              <a:avLst/>
              <a:gdLst/>
              <a:ahLst/>
              <a:cxnLst/>
              <a:rect l="0" t="0" r="0" b="0"/>
              <a:pathLst>
                <a:path w="77419" h="75671" extrusionOk="0">
                  <a:moveTo>
                    <a:pt x="0" y="0"/>
                  </a:moveTo>
                  <a:lnTo>
                    <a:pt x="75671" y="75671"/>
                  </a:lnTo>
                  <a:lnTo>
                    <a:pt x="77419" y="72714"/>
                  </a:lnTo>
                  <a:lnTo>
                    <a:pt x="4570" y="0"/>
                  </a:lnTo>
                  <a:close/>
                </a:path>
              </a:pathLst>
            </a:custGeom>
            <a:solidFill>
              <a:srgbClr val="25A9DA"/>
            </a:solidFill>
            <a:ln>
              <a:noFill/>
            </a:ln>
          </p:spPr>
          <p:txBody>
            <a:bodyPr lIns="91425" tIns="91425" rIns="91425" bIns="91425" anchor="ctr" anchorCtr="0">
              <a:noAutofit/>
            </a:bodyPr>
            <a:lstStyle/>
            <a:p>
              <a:pPr lvl="0">
                <a:spcBef>
                  <a:spcPts val="0"/>
                </a:spcBef>
                <a:buNone/>
              </a:pPr>
              <a:endParaRPr/>
            </a:p>
          </p:txBody>
        </p:sp>
        <p:sp>
          <p:nvSpPr>
            <p:cNvPr id="1706" name="Shape 1706"/>
            <p:cNvSpPr/>
            <p:nvPr/>
          </p:nvSpPr>
          <p:spPr>
            <a:xfrm>
              <a:off x="5318700" y="1431100"/>
              <a:ext cx="1875025" cy="1831300"/>
            </a:xfrm>
            <a:custGeom>
              <a:avLst/>
              <a:gdLst/>
              <a:ahLst/>
              <a:cxnLst/>
              <a:rect l="0" t="0" r="0" b="0"/>
              <a:pathLst>
                <a:path w="75001" h="73252" extrusionOk="0">
                  <a:moveTo>
                    <a:pt x="1" y="0"/>
                  </a:moveTo>
                  <a:lnTo>
                    <a:pt x="73253" y="73251"/>
                  </a:lnTo>
                  <a:lnTo>
                    <a:pt x="75000" y="70295"/>
                  </a:lnTo>
                  <a:lnTo>
                    <a:pt x="4571" y="0"/>
                  </a:lnTo>
                  <a:close/>
                </a:path>
              </a:pathLst>
            </a:custGeom>
            <a:solidFill>
              <a:srgbClr val="26A8DB"/>
            </a:solidFill>
            <a:ln>
              <a:noFill/>
            </a:ln>
          </p:spPr>
          <p:txBody>
            <a:bodyPr lIns="91425" tIns="91425" rIns="91425" bIns="91425" anchor="ctr" anchorCtr="0">
              <a:noAutofit/>
            </a:bodyPr>
            <a:lstStyle/>
            <a:p>
              <a:pPr lvl="0">
                <a:spcBef>
                  <a:spcPts val="0"/>
                </a:spcBef>
                <a:buNone/>
              </a:pPr>
              <a:endParaRPr/>
            </a:p>
          </p:txBody>
        </p:sp>
        <p:sp>
          <p:nvSpPr>
            <p:cNvPr id="1707" name="Shape 1707"/>
            <p:cNvSpPr/>
            <p:nvPr/>
          </p:nvSpPr>
          <p:spPr>
            <a:xfrm>
              <a:off x="5416150" y="1431100"/>
              <a:ext cx="1811175" cy="1770825"/>
            </a:xfrm>
            <a:custGeom>
              <a:avLst/>
              <a:gdLst/>
              <a:ahLst/>
              <a:cxnLst/>
              <a:rect l="0" t="0" r="0" b="0"/>
              <a:pathLst>
                <a:path w="72447" h="70833" extrusionOk="0">
                  <a:moveTo>
                    <a:pt x="1" y="0"/>
                  </a:moveTo>
                  <a:lnTo>
                    <a:pt x="70699" y="70832"/>
                  </a:lnTo>
                  <a:lnTo>
                    <a:pt x="72446" y="67875"/>
                  </a:lnTo>
                  <a:lnTo>
                    <a:pt x="4571" y="0"/>
                  </a:lnTo>
                  <a:close/>
                </a:path>
              </a:pathLst>
            </a:custGeom>
            <a:solidFill>
              <a:srgbClr val="27A6DC"/>
            </a:solidFill>
            <a:ln>
              <a:noFill/>
            </a:ln>
          </p:spPr>
          <p:txBody>
            <a:bodyPr lIns="91425" tIns="91425" rIns="91425" bIns="91425" anchor="ctr" anchorCtr="0">
              <a:noAutofit/>
            </a:bodyPr>
            <a:lstStyle/>
            <a:p>
              <a:pPr lvl="0">
                <a:spcBef>
                  <a:spcPts val="0"/>
                </a:spcBef>
                <a:buNone/>
              </a:pPr>
              <a:endParaRPr/>
            </a:p>
          </p:txBody>
        </p:sp>
        <p:sp>
          <p:nvSpPr>
            <p:cNvPr id="1708" name="Shape 1708"/>
            <p:cNvSpPr/>
            <p:nvPr/>
          </p:nvSpPr>
          <p:spPr>
            <a:xfrm>
              <a:off x="5510250" y="1431100"/>
              <a:ext cx="1754025" cy="1706975"/>
            </a:xfrm>
            <a:custGeom>
              <a:avLst/>
              <a:gdLst/>
              <a:ahLst/>
              <a:cxnLst/>
              <a:rect l="0" t="0" r="0" b="0"/>
              <a:pathLst>
                <a:path w="70161" h="68279" extrusionOk="0">
                  <a:moveTo>
                    <a:pt x="0" y="0"/>
                  </a:moveTo>
                  <a:lnTo>
                    <a:pt x="68413" y="68278"/>
                  </a:lnTo>
                  <a:lnTo>
                    <a:pt x="70161" y="65456"/>
                  </a:lnTo>
                  <a:lnTo>
                    <a:pt x="4704" y="0"/>
                  </a:lnTo>
                  <a:close/>
                </a:path>
              </a:pathLst>
            </a:custGeom>
            <a:solidFill>
              <a:srgbClr val="28A4DC"/>
            </a:solidFill>
            <a:ln>
              <a:noFill/>
            </a:ln>
          </p:spPr>
          <p:txBody>
            <a:bodyPr lIns="91425" tIns="91425" rIns="91425" bIns="91425" anchor="ctr" anchorCtr="0">
              <a:noAutofit/>
            </a:bodyPr>
            <a:lstStyle/>
            <a:p>
              <a:pPr lvl="0">
                <a:spcBef>
                  <a:spcPts val="0"/>
                </a:spcBef>
                <a:buNone/>
              </a:pPr>
              <a:endParaRPr/>
            </a:p>
          </p:txBody>
        </p:sp>
        <p:sp>
          <p:nvSpPr>
            <p:cNvPr id="1709" name="Shape 1709"/>
            <p:cNvSpPr/>
            <p:nvPr/>
          </p:nvSpPr>
          <p:spPr>
            <a:xfrm>
              <a:off x="5607675" y="1431100"/>
              <a:ext cx="1690200" cy="1646500"/>
            </a:xfrm>
            <a:custGeom>
              <a:avLst/>
              <a:gdLst/>
              <a:ahLst/>
              <a:cxnLst/>
              <a:rect l="0" t="0" r="0" b="0"/>
              <a:pathLst>
                <a:path w="67608" h="65860" extrusionOk="0">
                  <a:moveTo>
                    <a:pt x="1" y="0"/>
                  </a:moveTo>
                  <a:lnTo>
                    <a:pt x="65995" y="65859"/>
                  </a:lnTo>
                  <a:lnTo>
                    <a:pt x="67608" y="62902"/>
                  </a:lnTo>
                  <a:lnTo>
                    <a:pt x="4705" y="0"/>
                  </a:lnTo>
                  <a:close/>
                </a:path>
              </a:pathLst>
            </a:custGeom>
            <a:solidFill>
              <a:srgbClr val="29A2DD"/>
            </a:solidFill>
            <a:ln>
              <a:noFill/>
            </a:ln>
          </p:spPr>
          <p:txBody>
            <a:bodyPr lIns="91425" tIns="91425" rIns="91425" bIns="91425" anchor="ctr" anchorCtr="0">
              <a:noAutofit/>
            </a:bodyPr>
            <a:lstStyle/>
            <a:p>
              <a:pPr lvl="0">
                <a:spcBef>
                  <a:spcPts val="0"/>
                </a:spcBef>
                <a:buNone/>
              </a:pPr>
              <a:endParaRPr/>
            </a:p>
          </p:txBody>
        </p:sp>
        <p:sp>
          <p:nvSpPr>
            <p:cNvPr id="1710" name="Shape 1710"/>
            <p:cNvSpPr/>
            <p:nvPr/>
          </p:nvSpPr>
          <p:spPr>
            <a:xfrm>
              <a:off x="5705125" y="1431100"/>
              <a:ext cx="1629725" cy="1586000"/>
            </a:xfrm>
            <a:custGeom>
              <a:avLst/>
              <a:gdLst/>
              <a:ahLst/>
              <a:cxnLst/>
              <a:rect l="0" t="0" r="0" b="0"/>
              <a:pathLst>
                <a:path w="65189" h="63440" extrusionOk="0">
                  <a:moveTo>
                    <a:pt x="1" y="0"/>
                  </a:moveTo>
                  <a:lnTo>
                    <a:pt x="63441" y="63440"/>
                  </a:lnTo>
                  <a:lnTo>
                    <a:pt x="65188" y="60483"/>
                  </a:lnTo>
                  <a:lnTo>
                    <a:pt x="4705" y="0"/>
                  </a:lnTo>
                  <a:close/>
                </a:path>
              </a:pathLst>
            </a:custGeom>
            <a:solidFill>
              <a:srgbClr val="2AA1DD"/>
            </a:solidFill>
            <a:ln>
              <a:noFill/>
            </a:ln>
          </p:spPr>
          <p:txBody>
            <a:bodyPr lIns="91425" tIns="91425" rIns="91425" bIns="91425" anchor="ctr" anchorCtr="0">
              <a:noAutofit/>
            </a:bodyPr>
            <a:lstStyle/>
            <a:p>
              <a:pPr lvl="0">
                <a:spcBef>
                  <a:spcPts val="0"/>
                </a:spcBef>
                <a:buNone/>
              </a:pPr>
              <a:endParaRPr/>
            </a:p>
          </p:txBody>
        </p:sp>
        <p:sp>
          <p:nvSpPr>
            <p:cNvPr id="1711" name="Shape 1711"/>
            <p:cNvSpPr/>
            <p:nvPr/>
          </p:nvSpPr>
          <p:spPr>
            <a:xfrm>
              <a:off x="5802575" y="1431100"/>
              <a:ext cx="1565875" cy="1525525"/>
            </a:xfrm>
            <a:custGeom>
              <a:avLst/>
              <a:gdLst/>
              <a:ahLst/>
              <a:cxnLst/>
              <a:rect l="0" t="0" r="0" b="0"/>
              <a:pathLst>
                <a:path w="62635" h="61021" extrusionOk="0">
                  <a:moveTo>
                    <a:pt x="1" y="0"/>
                  </a:moveTo>
                  <a:lnTo>
                    <a:pt x="61021" y="61020"/>
                  </a:lnTo>
                  <a:lnTo>
                    <a:pt x="62634" y="58064"/>
                  </a:lnTo>
                  <a:lnTo>
                    <a:pt x="4705" y="0"/>
                  </a:lnTo>
                  <a:close/>
                </a:path>
              </a:pathLst>
            </a:custGeom>
            <a:solidFill>
              <a:srgbClr val="2B9FDE"/>
            </a:solidFill>
            <a:ln>
              <a:noFill/>
            </a:ln>
          </p:spPr>
          <p:txBody>
            <a:bodyPr lIns="91425" tIns="91425" rIns="91425" bIns="91425" anchor="ctr" anchorCtr="0">
              <a:noAutofit/>
            </a:bodyPr>
            <a:lstStyle/>
            <a:p>
              <a:pPr lvl="0">
                <a:spcBef>
                  <a:spcPts val="0"/>
                </a:spcBef>
                <a:buNone/>
              </a:pPr>
              <a:endParaRPr/>
            </a:p>
          </p:txBody>
        </p:sp>
        <p:sp>
          <p:nvSpPr>
            <p:cNvPr id="1712" name="Shape 1712"/>
            <p:cNvSpPr/>
            <p:nvPr/>
          </p:nvSpPr>
          <p:spPr>
            <a:xfrm>
              <a:off x="5900025" y="1431100"/>
              <a:ext cx="1481850" cy="1461675"/>
            </a:xfrm>
            <a:custGeom>
              <a:avLst/>
              <a:gdLst/>
              <a:ahLst/>
              <a:cxnLst/>
              <a:rect l="0" t="0" r="0" b="0"/>
              <a:pathLst>
                <a:path w="59274" h="58467" extrusionOk="0">
                  <a:moveTo>
                    <a:pt x="0" y="0"/>
                  </a:moveTo>
                  <a:lnTo>
                    <a:pt x="58468" y="58467"/>
                  </a:lnTo>
                  <a:lnTo>
                    <a:pt x="59274" y="57123"/>
                  </a:lnTo>
                  <a:lnTo>
                    <a:pt x="56048" y="51478"/>
                  </a:lnTo>
                  <a:lnTo>
                    <a:pt x="4570" y="0"/>
                  </a:lnTo>
                  <a:close/>
                </a:path>
              </a:pathLst>
            </a:custGeom>
            <a:solidFill>
              <a:srgbClr val="2C9DDE"/>
            </a:solidFill>
            <a:ln>
              <a:noFill/>
            </a:ln>
          </p:spPr>
          <p:txBody>
            <a:bodyPr lIns="91425" tIns="91425" rIns="91425" bIns="91425" anchor="ctr" anchorCtr="0">
              <a:noAutofit/>
            </a:bodyPr>
            <a:lstStyle/>
            <a:p>
              <a:pPr lvl="0">
                <a:spcBef>
                  <a:spcPts val="0"/>
                </a:spcBef>
                <a:buNone/>
              </a:pPr>
              <a:endParaRPr/>
            </a:p>
          </p:txBody>
        </p:sp>
        <p:sp>
          <p:nvSpPr>
            <p:cNvPr id="1713" name="Shape 1713"/>
            <p:cNvSpPr/>
            <p:nvPr/>
          </p:nvSpPr>
          <p:spPr>
            <a:xfrm>
              <a:off x="5997475" y="1431100"/>
              <a:ext cx="1307125" cy="1297025"/>
            </a:xfrm>
            <a:custGeom>
              <a:avLst/>
              <a:gdLst/>
              <a:ahLst/>
              <a:cxnLst/>
              <a:rect l="0" t="0" r="0" b="0"/>
              <a:pathLst>
                <a:path w="52285" h="51881" extrusionOk="0">
                  <a:moveTo>
                    <a:pt x="0" y="0"/>
                  </a:moveTo>
                  <a:lnTo>
                    <a:pt x="51747" y="51881"/>
                  </a:lnTo>
                  <a:lnTo>
                    <a:pt x="52285" y="51478"/>
                  </a:lnTo>
                  <a:lnTo>
                    <a:pt x="46908" y="42338"/>
                  </a:lnTo>
                  <a:lnTo>
                    <a:pt x="4570" y="0"/>
                  </a:lnTo>
                  <a:close/>
                </a:path>
              </a:pathLst>
            </a:custGeom>
            <a:solidFill>
              <a:srgbClr val="2D9CDF"/>
            </a:solidFill>
            <a:ln>
              <a:noFill/>
            </a:ln>
          </p:spPr>
          <p:txBody>
            <a:bodyPr lIns="91425" tIns="91425" rIns="91425" bIns="91425" anchor="ctr" anchorCtr="0">
              <a:noAutofit/>
            </a:bodyPr>
            <a:lstStyle/>
            <a:p>
              <a:pPr lvl="0">
                <a:spcBef>
                  <a:spcPts val="0"/>
                </a:spcBef>
                <a:buNone/>
              </a:pPr>
              <a:endParaRPr/>
            </a:p>
          </p:txBody>
        </p:sp>
        <p:sp>
          <p:nvSpPr>
            <p:cNvPr id="1714" name="Shape 1714"/>
            <p:cNvSpPr/>
            <p:nvPr/>
          </p:nvSpPr>
          <p:spPr>
            <a:xfrm>
              <a:off x="6094900" y="1431100"/>
              <a:ext cx="1075300" cy="1065175"/>
            </a:xfrm>
            <a:custGeom>
              <a:avLst/>
              <a:gdLst/>
              <a:ahLst/>
              <a:cxnLst/>
              <a:rect l="0" t="0" r="0" b="0"/>
              <a:pathLst>
                <a:path w="43012" h="42607" extrusionOk="0">
                  <a:moveTo>
                    <a:pt x="1" y="0"/>
                  </a:moveTo>
                  <a:lnTo>
                    <a:pt x="42608" y="42607"/>
                  </a:lnTo>
                  <a:lnTo>
                    <a:pt x="43011" y="42338"/>
                  </a:lnTo>
                  <a:lnTo>
                    <a:pt x="37769" y="33064"/>
                  </a:lnTo>
                  <a:lnTo>
                    <a:pt x="4571" y="0"/>
                  </a:lnTo>
                  <a:close/>
                </a:path>
              </a:pathLst>
            </a:custGeom>
            <a:solidFill>
              <a:srgbClr val="2F9AE0"/>
            </a:solidFill>
            <a:ln>
              <a:noFill/>
            </a:ln>
          </p:spPr>
          <p:txBody>
            <a:bodyPr lIns="91425" tIns="91425" rIns="91425" bIns="91425" anchor="ctr" anchorCtr="0">
              <a:noAutofit/>
            </a:bodyPr>
            <a:lstStyle/>
            <a:p>
              <a:pPr lvl="0">
                <a:spcBef>
                  <a:spcPts val="0"/>
                </a:spcBef>
                <a:buNone/>
              </a:pPr>
              <a:endParaRPr/>
            </a:p>
          </p:txBody>
        </p:sp>
        <p:sp>
          <p:nvSpPr>
            <p:cNvPr id="1715" name="Shape 1715"/>
            <p:cNvSpPr/>
            <p:nvPr/>
          </p:nvSpPr>
          <p:spPr>
            <a:xfrm>
              <a:off x="6189000" y="1431100"/>
              <a:ext cx="850150" cy="836700"/>
            </a:xfrm>
            <a:custGeom>
              <a:avLst/>
              <a:gdLst/>
              <a:ahLst/>
              <a:cxnLst/>
              <a:rect l="0" t="0" r="0" b="0"/>
              <a:pathLst>
                <a:path w="34006" h="33468" extrusionOk="0">
                  <a:moveTo>
                    <a:pt x="0" y="0"/>
                  </a:moveTo>
                  <a:lnTo>
                    <a:pt x="33602" y="33467"/>
                  </a:lnTo>
                  <a:lnTo>
                    <a:pt x="34005" y="33198"/>
                  </a:lnTo>
                  <a:lnTo>
                    <a:pt x="28629" y="23924"/>
                  </a:lnTo>
                  <a:lnTo>
                    <a:pt x="4705" y="0"/>
                  </a:lnTo>
                  <a:close/>
                </a:path>
              </a:pathLst>
            </a:custGeom>
            <a:solidFill>
              <a:srgbClr val="3098E0"/>
            </a:solidFill>
            <a:ln>
              <a:noFill/>
            </a:ln>
          </p:spPr>
          <p:txBody>
            <a:bodyPr lIns="91425" tIns="91425" rIns="91425" bIns="91425" anchor="ctr" anchorCtr="0">
              <a:noAutofit/>
            </a:bodyPr>
            <a:lstStyle/>
            <a:p>
              <a:pPr lvl="0">
                <a:spcBef>
                  <a:spcPts val="0"/>
                </a:spcBef>
                <a:buNone/>
              </a:pPr>
              <a:endParaRPr/>
            </a:p>
          </p:txBody>
        </p:sp>
        <p:sp>
          <p:nvSpPr>
            <p:cNvPr id="1716" name="Shape 1716"/>
            <p:cNvSpPr/>
            <p:nvPr/>
          </p:nvSpPr>
          <p:spPr>
            <a:xfrm>
              <a:off x="6286450" y="1431100"/>
              <a:ext cx="618300" cy="608200"/>
            </a:xfrm>
            <a:custGeom>
              <a:avLst/>
              <a:gdLst/>
              <a:ahLst/>
              <a:cxnLst/>
              <a:rect l="0" t="0" r="0" b="0"/>
              <a:pathLst>
                <a:path w="24732" h="24328" extrusionOk="0">
                  <a:moveTo>
                    <a:pt x="0" y="0"/>
                  </a:moveTo>
                  <a:lnTo>
                    <a:pt x="24328" y="24328"/>
                  </a:lnTo>
                  <a:lnTo>
                    <a:pt x="24731" y="23924"/>
                  </a:lnTo>
                  <a:lnTo>
                    <a:pt x="19489" y="14785"/>
                  </a:lnTo>
                  <a:lnTo>
                    <a:pt x="4704" y="0"/>
                  </a:lnTo>
                  <a:close/>
                </a:path>
              </a:pathLst>
            </a:custGeom>
            <a:solidFill>
              <a:srgbClr val="3196E1"/>
            </a:solidFill>
            <a:ln>
              <a:noFill/>
            </a:ln>
          </p:spPr>
          <p:txBody>
            <a:bodyPr lIns="91425" tIns="91425" rIns="91425" bIns="91425" anchor="ctr" anchorCtr="0">
              <a:noAutofit/>
            </a:bodyPr>
            <a:lstStyle/>
            <a:p>
              <a:pPr lvl="0">
                <a:spcBef>
                  <a:spcPts val="0"/>
                </a:spcBef>
                <a:buNone/>
              </a:pPr>
              <a:endParaRPr/>
            </a:p>
          </p:txBody>
        </p:sp>
        <p:sp>
          <p:nvSpPr>
            <p:cNvPr id="1717" name="Shape 1717"/>
            <p:cNvSpPr/>
            <p:nvPr/>
          </p:nvSpPr>
          <p:spPr>
            <a:xfrm>
              <a:off x="6383900" y="1431100"/>
              <a:ext cx="389800" cy="376350"/>
            </a:xfrm>
            <a:custGeom>
              <a:avLst/>
              <a:gdLst/>
              <a:ahLst/>
              <a:cxnLst/>
              <a:rect l="0" t="0" r="0" b="0"/>
              <a:pathLst>
                <a:path w="15592" h="15054" extrusionOk="0">
                  <a:moveTo>
                    <a:pt x="0" y="0"/>
                  </a:moveTo>
                  <a:lnTo>
                    <a:pt x="15188" y="15054"/>
                  </a:lnTo>
                  <a:lnTo>
                    <a:pt x="15591" y="14785"/>
                  </a:lnTo>
                  <a:lnTo>
                    <a:pt x="10215" y="5645"/>
                  </a:lnTo>
                  <a:lnTo>
                    <a:pt x="4704" y="0"/>
                  </a:lnTo>
                  <a:close/>
                </a:path>
              </a:pathLst>
            </a:custGeom>
            <a:solidFill>
              <a:srgbClr val="3295E1"/>
            </a:solidFill>
            <a:ln>
              <a:noFill/>
            </a:ln>
          </p:spPr>
          <p:txBody>
            <a:bodyPr lIns="91425" tIns="91425" rIns="91425" bIns="91425" anchor="ctr" anchorCtr="0">
              <a:noAutofit/>
            </a:bodyPr>
            <a:lstStyle/>
            <a:p>
              <a:pPr lvl="0">
                <a:spcBef>
                  <a:spcPts val="0"/>
                </a:spcBef>
                <a:buNone/>
              </a:pPr>
              <a:endParaRPr/>
            </a:p>
          </p:txBody>
        </p:sp>
        <p:sp>
          <p:nvSpPr>
            <p:cNvPr id="1718" name="Shape 1718"/>
            <p:cNvSpPr/>
            <p:nvPr/>
          </p:nvSpPr>
          <p:spPr>
            <a:xfrm>
              <a:off x="6481325" y="1431100"/>
              <a:ext cx="157950" cy="147850"/>
            </a:xfrm>
            <a:custGeom>
              <a:avLst/>
              <a:gdLst/>
              <a:ahLst/>
              <a:cxnLst/>
              <a:rect l="0" t="0" r="0" b="0"/>
              <a:pathLst>
                <a:path w="6318" h="5914" extrusionOk="0">
                  <a:moveTo>
                    <a:pt x="1" y="0"/>
                  </a:moveTo>
                  <a:lnTo>
                    <a:pt x="5915" y="5914"/>
                  </a:lnTo>
                  <a:lnTo>
                    <a:pt x="6318" y="5645"/>
                  </a:lnTo>
                  <a:lnTo>
                    <a:pt x="3092" y="0"/>
                  </a:lnTo>
                  <a:close/>
                </a:path>
              </a:pathLst>
            </a:custGeom>
            <a:solidFill>
              <a:srgbClr val="3393E2"/>
            </a:solidFill>
            <a:ln>
              <a:noFill/>
            </a:ln>
          </p:spPr>
          <p:txBody>
            <a:bodyPr lIns="91425" tIns="91425" rIns="91425" bIns="91425" anchor="ctr" anchorCtr="0">
              <a:noAutofit/>
            </a:bodyPr>
            <a:lstStyle/>
            <a:p>
              <a:pPr lvl="0">
                <a:spcBef>
                  <a:spcPts val="0"/>
                </a:spcBef>
                <a:buNone/>
              </a:pPr>
              <a:endParaRPr/>
            </a:p>
          </p:txBody>
        </p:sp>
      </p:grpSp>
      <p:sp>
        <p:nvSpPr>
          <p:cNvPr id="1719" name="Shape 1719"/>
          <p:cNvSpPr/>
          <p:nvPr/>
        </p:nvSpPr>
        <p:spPr>
          <a:xfrm>
            <a:off x="1591718" y="1212579"/>
            <a:ext cx="779560" cy="779560"/>
          </a:xfrm>
          <a:custGeom>
            <a:avLst/>
            <a:gdLst/>
            <a:ahLst/>
            <a:cxnLst/>
            <a:rect l="0" t="0" r="0" b="0"/>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rgbClr val="FFFFFF"/>
          </a:solidFill>
          <a:ln>
            <a:noFill/>
          </a:ln>
        </p:spPr>
        <p:txBody>
          <a:bodyPr lIns="91425" tIns="91425" rIns="91425" bIns="91425" anchor="ctr" anchorCtr="0">
            <a:noAutofit/>
          </a:bodyPr>
          <a:lstStyle/>
          <a:p>
            <a:pPr lvl="0">
              <a:spcBef>
                <a:spcPts val="0"/>
              </a:spcBef>
              <a:buNone/>
            </a:pPr>
            <a:endParaRPr/>
          </a:p>
        </p:txBody>
      </p:sp>
      <p:sp>
        <p:nvSpPr>
          <p:cNvPr id="3" name="TextBox 2"/>
          <p:cNvSpPr txBox="1"/>
          <p:nvPr/>
        </p:nvSpPr>
        <p:spPr>
          <a:xfrm>
            <a:off x="3200400" y="1539761"/>
            <a:ext cx="5502915" cy="1107996"/>
          </a:xfrm>
          <a:prstGeom prst="rect">
            <a:avLst/>
          </a:prstGeom>
          <a:noFill/>
        </p:spPr>
        <p:txBody>
          <a:bodyPr wrap="square" rtlCol="0">
            <a:spAutoFit/>
          </a:bodyPr>
          <a:lstStyle/>
          <a:p>
            <a:r>
              <a:rPr lang="en-US" sz="6600" dirty="0">
                <a:solidFill>
                  <a:schemeClr val="accent4">
                    <a:lumMod val="40000"/>
                    <a:lumOff val="60000"/>
                  </a:schemeClr>
                </a:solidFill>
              </a:rPr>
              <a:t>THANKYOU!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1671"/>
                                        </p:tgtEl>
                                        <p:attrNameLst>
                                          <p:attrName>style.visibility</p:attrName>
                                        </p:attrNameLst>
                                      </p:cBhvr>
                                      <p:to>
                                        <p:strVal val="visible"/>
                                      </p:to>
                                    </p:set>
                                    <p:animEffect transition="in" filter="wipe(down)">
                                      <p:cBhvr>
                                        <p:cTn id="23" dur="580">
                                          <p:stCondLst>
                                            <p:cond delay="0"/>
                                          </p:stCondLst>
                                        </p:cTn>
                                        <p:tgtEl>
                                          <p:spTgt spid="1671"/>
                                        </p:tgtEl>
                                      </p:cBhvr>
                                    </p:animEffect>
                                    <p:anim calcmode="lin" valueType="num">
                                      <p:cBhvr>
                                        <p:cTn id="24" dur="1822" tmFilter="0,0; 0.14,0.36; 0.43,0.73; 0.71,0.91; 1.0,1.0">
                                          <p:stCondLst>
                                            <p:cond delay="0"/>
                                          </p:stCondLst>
                                        </p:cTn>
                                        <p:tgtEl>
                                          <p:spTgt spid="167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67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67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67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671"/>
                                        </p:tgtEl>
                                        <p:attrNameLst>
                                          <p:attrName>ppt_y</p:attrName>
                                        </p:attrNameLst>
                                      </p:cBhvr>
                                      <p:tavLst>
                                        <p:tav tm="0" fmla="#ppt_y-sin(pi*$)/81">
                                          <p:val>
                                            <p:fltVal val="0"/>
                                          </p:val>
                                        </p:tav>
                                        <p:tav tm="100000">
                                          <p:val>
                                            <p:fltVal val="1"/>
                                          </p:val>
                                        </p:tav>
                                      </p:tavLst>
                                    </p:anim>
                                    <p:animScale>
                                      <p:cBhvr>
                                        <p:cTn id="29" dur="26">
                                          <p:stCondLst>
                                            <p:cond delay="650"/>
                                          </p:stCondLst>
                                        </p:cTn>
                                        <p:tgtEl>
                                          <p:spTgt spid="1671"/>
                                        </p:tgtEl>
                                      </p:cBhvr>
                                      <p:to x="100000" y="60000"/>
                                    </p:animScale>
                                    <p:animScale>
                                      <p:cBhvr>
                                        <p:cTn id="30" dur="166" decel="50000">
                                          <p:stCondLst>
                                            <p:cond delay="676"/>
                                          </p:stCondLst>
                                        </p:cTn>
                                        <p:tgtEl>
                                          <p:spTgt spid="1671"/>
                                        </p:tgtEl>
                                      </p:cBhvr>
                                      <p:to x="100000" y="100000"/>
                                    </p:animScale>
                                    <p:animScale>
                                      <p:cBhvr>
                                        <p:cTn id="31" dur="26">
                                          <p:stCondLst>
                                            <p:cond delay="1312"/>
                                          </p:stCondLst>
                                        </p:cTn>
                                        <p:tgtEl>
                                          <p:spTgt spid="1671"/>
                                        </p:tgtEl>
                                      </p:cBhvr>
                                      <p:to x="100000" y="80000"/>
                                    </p:animScale>
                                    <p:animScale>
                                      <p:cBhvr>
                                        <p:cTn id="32" dur="166" decel="50000">
                                          <p:stCondLst>
                                            <p:cond delay="1338"/>
                                          </p:stCondLst>
                                        </p:cTn>
                                        <p:tgtEl>
                                          <p:spTgt spid="1671"/>
                                        </p:tgtEl>
                                      </p:cBhvr>
                                      <p:to x="100000" y="100000"/>
                                    </p:animScale>
                                    <p:animScale>
                                      <p:cBhvr>
                                        <p:cTn id="33" dur="26">
                                          <p:stCondLst>
                                            <p:cond delay="1642"/>
                                          </p:stCondLst>
                                        </p:cTn>
                                        <p:tgtEl>
                                          <p:spTgt spid="1671"/>
                                        </p:tgtEl>
                                      </p:cBhvr>
                                      <p:to x="100000" y="90000"/>
                                    </p:animScale>
                                    <p:animScale>
                                      <p:cBhvr>
                                        <p:cTn id="34" dur="166" decel="50000">
                                          <p:stCondLst>
                                            <p:cond delay="1668"/>
                                          </p:stCondLst>
                                        </p:cTn>
                                        <p:tgtEl>
                                          <p:spTgt spid="1671"/>
                                        </p:tgtEl>
                                      </p:cBhvr>
                                      <p:to x="100000" y="100000"/>
                                    </p:animScale>
                                    <p:animScale>
                                      <p:cBhvr>
                                        <p:cTn id="35" dur="26">
                                          <p:stCondLst>
                                            <p:cond delay="1808"/>
                                          </p:stCondLst>
                                        </p:cTn>
                                        <p:tgtEl>
                                          <p:spTgt spid="1671"/>
                                        </p:tgtEl>
                                      </p:cBhvr>
                                      <p:to x="100000" y="95000"/>
                                    </p:animScale>
                                    <p:animScale>
                                      <p:cBhvr>
                                        <p:cTn id="36" dur="166" decel="50000">
                                          <p:stCondLst>
                                            <p:cond delay="1834"/>
                                          </p:stCondLst>
                                        </p:cTn>
                                        <p:tgtEl>
                                          <p:spTgt spid="1671"/>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719"/>
                                        </p:tgtEl>
                                        <p:attrNameLst>
                                          <p:attrName>style.visibility</p:attrName>
                                        </p:attrNameLst>
                                      </p:cBhvr>
                                      <p:to>
                                        <p:strVal val="visible"/>
                                      </p:to>
                                    </p:set>
                                    <p:animEffect transition="in" filter="wipe(down)">
                                      <p:cBhvr>
                                        <p:cTn id="39" dur="580">
                                          <p:stCondLst>
                                            <p:cond delay="0"/>
                                          </p:stCondLst>
                                        </p:cTn>
                                        <p:tgtEl>
                                          <p:spTgt spid="1719"/>
                                        </p:tgtEl>
                                      </p:cBhvr>
                                    </p:animEffect>
                                    <p:anim calcmode="lin" valueType="num">
                                      <p:cBhvr>
                                        <p:cTn id="40" dur="1822" tmFilter="0,0; 0.14,0.36; 0.43,0.73; 0.71,0.91; 1.0,1.0">
                                          <p:stCondLst>
                                            <p:cond delay="0"/>
                                          </p:stCondLst>
                                        </p:cTn>
                                        <p:tgtEl>
                                          <p:spTgt spid="1719"/>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719"/>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719"/>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719"/>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719"/>
                                        </p:tgtEl>
                                        <p:attrNameLst>
                                          <p:attrName>ppt_y</p:attrName>
                                        </p:attrNameLst>
                                      </p:cBhvr>
                                      <p:tavLst>
                                        <p:tav tm="0" fmla="#ppt_y-sin(pi*$)/81">
                                          <p:val>
                                            <p:fltVal val="0"/>
                                          </p:val>
                                        </p:tav>
                                        <p:tav tm="100000">
                                          <p:val>
                                            <p:fltVal val="1"/>
                                          </p:val>
                                        </p:tav>
                                      </p:tavLst>
                                    </p:anim>
                                    <p:animScale>
                                      <p:cBhvr>
                                        <p:cTn id="45" dur="26">
                                          <p:stCondLst>
                                            <p:cond delay="650"/>
                                          </p:stCondLst>
                                        </p:cTn>
                                        <p:tgtEl>
                                          <p:spTgt spid="1719"/>
                                        </p:tgtEl>
                                      </p:cBhvr>
                                      <p:to x="100000" y="60000"/>
                                    </p:animScale>
                                    <p:animScale>
                                      <p:cBhvr>
                                        <p:cTn id="46" dur="166" decel="50000">
                                          <p:stCondLst>
                                            <p:cond delay="676"/>
                                          </p:stCondLst>
                                        </p:cTn>
                                        <p:tgtEl>
                                          <p:spTgt spid="1719"/>
                                        </p:tgtEl>
                                      </p:cBhvr>
                                      <p:to x="100000" y="100000"/>
                                    </p:animScale>
                                    <p:animScale>
                                      <p:cBhvr>
                                        <p:cTn id="47" dur="26">
                                          <p:stCondLst>
                                            <p:cond delay="1312"/>
                                          </p:stCondLst>
                                        </p:cTn>
                                        <p:tgtEl>
                                          <p:spTgt spid="1719"/>
                                        </p:tgtEl>
                                      </p:cBhvr>
                                      <p:to x="100000" y="80000"/>
                                    </p:animScale>
                                    <p:animScale>
                                      <p:cBhvr>
                                        <p:cTn id="48" dur="166" decel="50000">
                                          <p:stCondLst>
                                            <p:cond delay="1338"/>
                                          </p:stCondLst>
                                        </p:cTn>
                                        <p:tgtEl>
                                          <p:spTgt spid="1719"/>
                                        </p:tgtEl>
                                      </p:cBhvr>
                                      <p:to x="100000" y="100000"/>
                                    </p:animScale>
                                    <p:animScale>
                                      <p:cBhvr>
                                        <p:cTn id="49" dur="26">
                                          <p:stCondLst>
                                            <p:cond delay="1642"/>
                                          </p:stCondLst>
                                        </p:cTn>
                                        <p:tgtEl>
                                          <p:spTgt spid="1719"/>
                                        </p:tgtEl>
                                      </p:cBhvr>
                                      <p:to x="100000" y="90000"/>
                                    </p:animScale>
                                    <p:animScale>
                                      <p:cBhvr>
                                        <p:cTn id="50" dur="166" decel="50000">
                                          <p:stCondLst>
                                            <p:cond delay="1668"/>
                                          </p:stCondLst>
                                        </p:cTn>
                                        <p:tgtEl>
                                          <p:spTgt spid="1719"/>
                                        </p:tgtEl>
                                      </p:cBhvr>
                                      <p:to x="100000" y="100000"/>
                                    </p:animScale>
                                    <p:animScale>
                                      <p:cBhvr>
                                        <p:cTn id="51" dur="26">
                                          <p:stCondLst>
                                            <p:cond delay="1808"/>
                                          </p:stCondLst>
                                        </p:cTn>
                                        <p:tgtEl>
                                          <p:spTgt spid="1719"/>
                                        </p:tgtEl>
                                      </p:cBhvr>
                                      <p:to x="100000" y="95000"/>
                                    </p:animScale>
                                    <p:animScale>
                                      <p:cBhvr>
                                        <p:cTn id="52" dur="166" decel="50000">
                                          <p:stCondLst>
                                            <p:cond delay="1834"/>
                                          </p:stCondLst>
                                        </p:cTn>
                                        <p:tgtEl>
                                          <p:spTgt spid="171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9" grpId="0" animBg="1"/>
      <p:bldP spid="3" grpId="0"/>
    </p:bldLst>
  </p:timing>
</p:sld>
</file>

<file path=ppt/theme/theme1.xml><?xml version="1.0" encoding="utf-8"?>
<a:theme xmlns:a="http://schemas.openxmlformats.org/drawingml/2006/main" name="Imogen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1188</TotalTime>
  <Words>394</Words>
  <Application>Microsoft Office PowerPoint</Application>
  <PresentationFormat>On-screen Show (16:9)</PresentationFormat>
  <Paragraphs>90</Paragraphs>
  <Slides>31</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Algerian</vt:lpstr>
      <vt:lpstr>Arial</vt:lpstr>
      <vt:lpstr>Mongolian Baiti</vt:lpstr>
      <vt:lpstr>Montserrat Medium</vt:lpstr>
      <vt:lpstr>Muli</vt:lpstr>
      <vt:lpstr>Nixie One</vt:lpstr>
      <vt:lpstr>Imogen template</vt:lpstr>
      <vt:lpstr>STUDENT    SUPERVISION SYSTEM</vt:lpstr>
      <vt:lpstr>CONTENTS</vt:lpstr>
      <vt:lpstr>PowerPoint Presentation</vt:lpstr>
      <vt:lpstr>PowerPoint Presentation</vt:lpstr>
      <vt:lpstr>MODULES</vt:lpstr>
      <vt:lpstr>FUNCTIONAL REQUIREMENTS</vt:lpstr>
      <vt:lpstr>FUNCTIONAL REQUIREMENTS</vt:lpstr>
      <vt:lpstr> NON-FUNCTIONAL REQUIREMENTS </vt:lpstr>
      <vt:lpstr>HARDWARE REQUIREMENTS </vt:lpstr>
      <vt:lpstr>SOFTWARE REQUIREMTS</vt:lpstr>
      <vt:lpstr> USECASE DIAGRAMS</vt:lpstr>
      <vt:lpstr>PowerPoint Presentation</vt:lpstr>
      <vt:lpstr>PowerPoint Presentation</vt:lpstr>
      <vt:lpstr>PowerPoint Presentation</vt:lpstr>
      <vt:lpstr>PowerPoint Presentation</vt:lpstr>
      <vt:lpstr>PowerPoint Presentation</vt:lpstr>
      <vt:lpstr>PowerPoint Presentation</vt:lpstr>
      <vt:lpstr>ACTIVITY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AUGMENTED REALITY</dc:title>
  <dc:creator>swathi</dc:creator>
  <cp:lastModifiedBy>Surya Vallabhaneni</cp:lastModifiedBy>
  <cp:revision>111</cp:revision>
  <dcterms:modified xsi:type="dcterms:W3CDTF">2018-12-11T02:23:32Z</dcterms:modified>
</cp:coreProperties>
</file>